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8" r:id="rId4"/>
    <p:sldMasterId id="2147483689" r:id="rId5"/>
    <p:sldMasterId id="214748369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Lst>
  <p:sldSz cy="5143500" cx="9144000"/>
  <p:notesSz cx="6858000" cy="9144000"/>
  <p:embeddedFontLst>
    <p:embeddedFont>
      <p:font typeface="Proxima Nova"/>
      <p:regular r:id="rId20"/>
      <p:bold r:id="rId21"/>
      <p:italic r:id="rId22"/>
      <p:boldItalic r:id="rId23"/>
    </p:embeddedFont>
    <p:embeddedFont>
      <p:font typeface="Song Myung"/>
      <p:regular r:id="rId24"/>
    </p:embeddedFont>
    <p:embeddedFont>
      <p:font typeface="Proxima Nova Semibold"/>
      <p:regular r:id="rId25"/>
      <p:bold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70">
          <p15:clr>
            <a:srgbClr val="A4A3A4"/>
          </p15:clr>
        </p15:guide>
        <p15:guide id="2" pos="3044">
          <p15:clr>
            <a:srgbClr val="A4A3A4"/>
          </p15:clr>
        </p15:guide>
        <p15:guide id="3" orient="horz" pos="2956">
          <p15:clr>
            <a:srgbClr val="A4A3A4"/>
          </p15:clr>
        </p15:guide>
        <p15:guide id="4" pos="1584">
          <p15:clr>
            <a:srgbClr val="A4A3A4"/>
          </p15:clr>
        </p15:guide>
        <p15:guide id="5" pos="5578">
          <p15:clr>
            <a:srgbClr val="A4A3A4"/>
          </p15:clr>
        </p15:guide>
        <p15:guide id="6" orient="horz" pos="3240">
          <p15:clr>
            <a:srgbClr val="A4A3A4"/>
          </p15:clr>
        </p15:guide>
        <p15:guide id="7" pos="2737">
          <p15:clr>
            <a:srgbClr val="A4A3A4"/>
          </p15:clr>
        </p15:guide>
        <p15:guide id="8" orient="horz" pos="3078">
          <p15:clr>
            <a:srgbClr val="A4A3A4"/>
          </p15:clr>
        </p15:guide>
        <p15:guide id="9" orient="horz" pos="777">
          <p15:clr>
            <a:srgbClr val="A4A3A4"/>
          </p15:clr>
        </p15:guide>
        <p15:guide id="10" pos="4536">
          <p15:clr>
            <a:srgbClr val="A4A3A4"/>
          </p15:clr>
        </p15:guide>
        <p15:guide id="11" orient="horz" pos="2217">
          <p15:clr>
            <a:srgbClr val="A4A3A4"/>
          </p15:clr>
        </p15:guide>
        <p15:guide id="12" orient="horz" pos="1656">
          <p15:clr>
            <a:srgbClr val="A4A3A4"/>
          </p15:clr>
        </p15:guide>
        <p15:guide id="13" pos="2880">
          <p15:clr>
            <a:srgbClr val="A4A3A4"/>
          </p15:clr>
        </p15:guide>
        <p15:guide id="14" pos="396">
          <p15:clr>
            <a:srgbClr val="A4A3A4"/>
          </p15:clr>
        </p15:guide>
        <p15:guide id="15" orient="horz" pos="299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70" orient="horz"/>
        <p:guide pos="3044"/>
        <p:guide pos="2956" orient="horz"/>
        <p:guide pos="1584"/>
        <p:guide pos="5578"/>
        <p:guide pos="3240" orient="horz"/>
        <p:guide pos="2737"/>
        <p:guide pos="3078" orient="horz"/>
        <p:guide pos="777" orient="horz"/>
        <p:guide pos="4536"/>
        <p:guide pos="2217" orient="horz"/>
        <p:guide pos="1656" orient="horz"/>
        <p:guide pos="2880"/>
        <p:guide pos="396"/>
        <p:guide pos="2990"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roximaNova-regular.fntdata"/><Relationship Id="rId22" Type="http://schemas.openxmlformats.org/officeDocument/2006/relationships/font" Target="fonts/ProximaNova-italic.fntdata"/><Relationship Id="rId21" Type="http://schemas.openxmlformats.org/officeDocument/2006/relationships/font" Target="fonts/ProximaNova-bold.fntdata"/><Relationship Id="rId24" Type="http://schemas.openxmlformats.org/officeDocument/2006/relationships/font" Target="fonts/SongMyung-regular.fntdata"/><Relationship Id="rId23" Type="http://schemas.openxmlformats.org/officeDocument/2006/relationships/font" Target="fonts/ProximaNova-boldItalic.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font" Target="fonts/ProximaNovaSemibold-bold.fntdata"/><Relationship Id="rId25" Type="http://schemas.openxmlformats.org/officeDocument/2006/relationships/font" Target="fonts/ProximaNovaSemibold-regular.fntdata"/><Relationship Id="rId27" Type="http://schemas.openxmlformats.org/officeDocument/2006/relationships/font" Target="fonts/ProximaNovaSemibold-boldItalic.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703b4e7330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703b4e7330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7040056a4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7040056a4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a:solidFill>
                  <a:schemeClr val="dk1"/>
                </a:solidFill>
              </a:rPr>
              <a:t>Herkese merhaba, ben Selma Utku. Gusto’da Kıdemli Yazılım Mühendisiyim. Bugün size yapay zekâyı kullanarak çalışma hayatının geleceğini nasıl şekillendirdiğimizi ve küçük işletmeleri nasıl güçlendirdiğimizi anlatmak için buradayım.</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7040056a43_1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7040056a43_1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7500" lvl="0" marL="457200" rtl="0" algn="l">
              <a:lnSpc>
                <a:spcPct val="115000"/>
              </a:lnSpc>
              <a:spcBef>
                <a:spcPts val="1200"/>
              </a:spcBef>
              <a:spcAft>
                <a:spcPts val="0"/>
              </a:spcAft>
              <a:buClr>
                <a:schemeClr val="dk1"/>
              </a:buClr>
              <a:buSzPts val="1400"/>
              <a:buChar char="●"/>
            </a:pPr>
            <a:r>
              <a:rPr lang="en">
                <a:solidFill>
                  <a:schemeClr val="dk1"/>
                </a:solidFill>
              </a:rPr>
              <a:t>Gusto 2012 yılında </a:t>
            </a:r>
            <a:r>
              <a:rPr lang="en">
                <a:solidFill>
                  <a:schemeClr val="dk1"/>
                </a:solidFill>
              </a:rPr>
              <a:t>ZenPayroll markasıyla Amerika’da </a:t>
            </a:r>
            <a:r>
              <a:rPr lang="en">
                <a:solidFill>
                  <a:schemeClr val="dk1"/>
                </a:solidFill>
              </a:rPr>
              <a:t>hizmet vermeye başladı.</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
                <a:solidFill>
                  <a:schemeClr val="dk1"/>
                </a:solidFill>
              </a:rPr>
              <a:t>Gusto, küçük işletmeler için bordro, yan haklar ve insan kaynakları çözümleri sunan bir platformdur. </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
                <a:solidFill>
                  <a:schemeClr val="dk1"/>
                </a:solidFill>
              </a:rPr>
              <a:t>Amerika genelinde 400.000’den fazla işletmeye hizmet veriyoruz</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7040056a43_1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7040056a43_1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Küçük işletmeler bordro, yan haklar ve insan kaynakları yönetiminde birçok zorlukla karşılaşabiliyor</a:t>
            </a:r>
            <a:endParaRPr>
              <a:solidFill>
                <a:schemeClr val="dk1"/>
              </a:solidFill>
            </a:endParaRPr>
          </a:p>
          <a:p>
            <a:pPr indent="0" lvl="0" marL="0" rtl="0" algn="l">
              <a:lnSpc>
                <a:spcPct val="115000"/>
              </a:lnSpc>
              <a:spcBef>
                <a:spcPts val="1200"/>
              </a:spcBef>
              <a:spcAft>
                <a:spcPts val="1200"/>
              </a:spcAft>
              <a:buNone/>
            </a:pPr>
            <a:r>
              <a:rPr lang="en">
                <a:solidFill>
                  <a:schemeClr val="dk1"/>
                </a:solidFill>
              </a:rPr>
              <a:t>Ayrıca yasalara uyum sağlamak bu işletmeler için oldukça karmaşık olabiliyor. Ki Amerikada her bir eyalette bile farklı yasalar </a:t>
            </a:r>
            <a:r>
              <a:rPr lang="en">
                <a:solidFill>
                  <a:schemeClr val="dk1"/>
                </a:solidFill>
              </a:rPr>
              <a:t>uygulanabilmektedir</a:t>
            </a:r>
            <a:r>
              <a:rPr lang="en">
                <a:solidFill>
                  <a:schemeClr val="dk1"/>
                </a:solidFill>
              </a:rPr>
              <a:t>. Sınırlı zaman ya da yetersiz insan kaynakları işletmelerin büyümeye ve müşterilere odaklanmayı oldukça zorlaştırmaktadır.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7040056a43_1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7040056a43_1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Peki biz nasıl yardımcı oluyoruz? Gusto, bordro, yan haklar ve insan kaynakları uygulamalarını tek bir platformda basitleştirir.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Oldukça zaman kaybına neden olan yasalara otomatik uyum sağlanması ve vergi işlemleri gibi kritik işlemleri gerçekleştirir, ayrıca uzman desteği sunar. Böylece küçük işletmelerin sadece önemli işlerine odaklanmasını sağlar.</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Bu sayede müşterilerimizin güvenle ve yasalara uyumlu şekilde büyümelerine yardımcı oluyoruz.</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7040056a43_1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7040056a43_1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lang="en">
                <a:solidFill>
                  <a:schemeClr val="dk1"/>
                </a:solidFill>
              </a:rPr>
              <a:t>Şimdi de sizleri Süreçleri kolaylaştırmak için geliştirilmiş kullanıcı yapay zekâ destekli asistanımızla tanıştırmak istiyorum. Gus, çalışanların sorularını yanıtlar, tekrar eden görevleri otomatikleştirir ve işverenler ile çalışanlar için zaman tasarrufu sağlar.</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7040056a43_1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7040056a43_1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latin typeface="Proxima Nova"/>
                <a:ea typeface="Proxima Nova"/>
                <a:cs typeface="Proxima Nova"/>
                <a:sym typeface="Proxima Nova"/>
              </a:rPr>
              <a:t>Gus, soruları sonsuz farklı şekilde sorma biçiminizi anlayıp yorumlamak için yapay zekadan faydalanır. Böylece sorulara hızlı, doğru ve sade bir dille yanıt verir.</a:t>
            </a:r>
            <a:br>
              <a:rPr lang="en">
                <a:solidFill>
                  <a:schemeClr val="dk1"/>
                </a:solidFill>
                <a:latin typeface="Proxima Nova"/>
                <a:ea typeface="Proxima Nova"/>
                <a:cs typeface="Proxima Nova"/>
                <a:sym typeface="Proxima Nova"/>
              </a:rPr>
            </a:br>
            <a:r>
              <a:rPr lang="en">
                <a:solidFill>
                  <a:schemeClr val="dk1"/>
                </a:solidFill>
                <a:latin typeface="Proxima Nova"/>
                <a:ea typeface="Proxima Nova"/>
                <a:cs typeface="Proxima Nova"/>
                <a:sym typeface="Proxima Nova"/>
              </a:rPr>
              <a:t>En fazla hangi eyalette vergi ödediğinizi kısa bir sürede öğrenebilir ve buna göre yeni işe alımlarını şekillendirebilirsiniz.</a:t>
            </a:r>
            <a:endParaRPr>
              <a:solidFill>
                <a:schemeClr val="dk1"/>
              </a:solidFill>
              <a:latin typeface="Proxima Nova"/>
              <a:ea typeface="Proxima Nova"/>
              <a:cs typeface="Proxima Nova"/>
              <a:sym typeface="Proxima Nova"/>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7040056a43_1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7040056a43_1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Proxima Nova"/>
                <a:ea typeface="Proxima Nova"/>
                <a:cs typeface="Proxima Nova"/>
                <a:sym typeface="Proxima Nova"/>
              </a:rPr>
              <a:t> Bu da Gus’un işinizle ilgili istediğiniz bilgilere hızlı erişim sağlamasına dair başka bir örnek.</a:t>
            </a:r>
            <a:br>
              <a:rPr lang="en">
                <a:solidFill>
                  <a:schemeClr val="dk1"/>
                </a:solidFill>
                <a:latin typeface="Proxima Nova"/>
                <a:ea typeface="Proxima Nova"/>
                <a:cs typeface="Proxima Nova"/>
                <a:sym typeface="Proxima Nova"/>
              </a:rPr>
            </a:br>
            <a:r>
              <a:rPr lang="en">
                <a:solidFill>
                  <a:schemeClr val="dk1"/>
                </a:solidFill>
                <a:latin typeface="Proxima Nova"/>
                <a:ea typeface="Proxima Nova"/>
                <a:cs typeface="Proxima Nova"/>
                <a:sym typeface="Proxima Nova"/>
              </a:rPr>
              <a:t>Örneğin, çalışanlara %5 zam vermenin maliyeti ne olur diye sorduğunuzda – Gus size bu sorunun cevabını verebilir ve ardından bu zammı gerçekten uygulayabilir.</a:t>
            </a:r>
            <a:endParaRPr>
              <a:solidFill>
                <a:schemeClr val="dk1"/>
              </a:solidFill>
              <a:latin typeface="Proxima Nova"/>
              <a:ea typeface="Proxima Nova"/>
              <a:cs typeface="Proxima Nova"/>
              <a:sym typeface="Proxima Nova"/>
            </a:endParaRPr>
          </a:p>
          <a:p>
            <a:pPr indent="0" lvl="0" marL="0" rtl="0" algn="l">
              <a:lnSpc>
                <a:spcPct val="115000"/>
              </a:lnSpc>
              <a:spcBef>
                <a:spcPts val="1200"/>
              </a:spcBef>
              <a:spcAft>
                <a:spcPts val="0"/>
              </a:spcAft>
              <a:buNone/>
            </a:pPr>
            <a:r>
              <a:t/>
            </a:r>
            <a:endParaRPr>
              <a:solidFill>
                <a:schemeClr val="dk1"/>
              </a:solidFill>
              <a:latin typeface="Proxima Nova"/>
              <a:ea typeface="Proxima Nova"/>
              <a:cs typeface="Proxima Nova"/>
              <a:sym typeface="Proxima Nova"/>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7040056a43_1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7040056a43_1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7500" lvl="0" marL="457200" rtl="0" algn="l">
              <a:lnSpc>
                <a:spcPct val="115000"/>
              </a:lnSpc>
              <a:spcBef>
                <a:spcPts val="1200"/>
              </a:spcBef>
              <a:spcAft>
                <a:spcPts val="0"/>
              </a:spcAft>
              <a:buClr>
                <a:schemeClr val="dk1"/>
              </a:buClr>
              <a:buSzPts val="1400"/>
              <a:buChar char="●"/>
            </a:pPr>
            <a:r>
              <a:rPr lang="en">
                <a:solidFill>
                  <a:schemeClr val="dk1"/>
                </a:solidFill>
              </a:rPr>
              <a:t>Başka bir örnekte – “Gus, Sally’nin izin talebini onaylayabilir misin?” – Eğer birden fazla Sally adında çalışanınız varsa Gus sizden hangi Sally’yi kastettiğinizi netleştirmenizi isteyecektir.</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
                <a:solidFill>
                  <a:schemeClr val="dk1"/>
                </a:solidFill>
              </a:rPr>
              <a:t>Eğer bir istek belirsizse, Gus sizden açıklama ister. Bu özel yapay zekâ yeteneğini geliştirirken son derece dikkatli davrandık.</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
                <a:solidFill>
                  <a:schemeClr val="dk1"/>
                </a:solidFill>
              </a:rPr>
              <a:t>Kim ne derse desin, yapay zekâ da insanlar gibi hata yapabilir. Bu nedenle, Gus sizin adınıza herhangi bir işlem yapmadan önce, yapılacak değişikliği açıkça gösteren bir onay kartı sunar.</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
                <a:solidFill>
                  <a:schemeClr val="dk1"/>
                </a:solidFill>
              </a:rPr>
              <a:t>Elbette Gus, kendisiyle konuşan kullanıcının izinlerini de dikkate alır. Örneğin, bir yöneticinin, yetkilendirme ayarları yapılmışsa, kendi raporlama organizasyonunda olmayan birinin izin talebini onaylaması mümkün değildir.</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
                <a:solidFill>
                  <a:schemeClr val="dk1"/>
                </a:solidFill>
              </a:rPr>
              <a:t>Buradaki kilit nokta şudur: kontrol tamamen sizde – ya da müşterinizde. Direksiyonda siz oturuyorsunuz – Gus’un gerçekleştirdiği görevlerde nihai onay ve karar sahibi sizsiniz.</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7040056a43_1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7040056a43_1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Örneklerde de gördüğünüz gibi Gus, rutin soruları ve görevleri otomatikleştirerek, İK iş yükünü azaltmaya, doğruluğu artırmaya ve çalışan memnuniyetini sağlamaya yardımcı oluyor. Bu ölçeklenebilir çözüm sayesinde işletmeler, İK kadrosunu orantılı olarak artırmadan büyümeye devam edebiliyorlar.</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7040056a43_1_13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7040056a43_1_13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a:solidFill>
                  <a:schemeClr val="dk1"/>
                </a:solidFill>
              </a:rPr>
              <a:t>Bu zamana kadar kazandırdığımız yeteneklerden bahsettim. Gelecekte de Gus’u en son yapay zekâ teknolojileri ile geliştirmeye, özelliklerini genişletmeye ve küçük işletmelerin daha kolay şekilde başarılı olmasına destek olmaya devam edeceğiz.</a:t>
            </a:r>
            <a:endParaRPr b="1">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7040056a43_1_13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7040056a43_1_13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image" Target="../media/image20.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ogo slide" type="title">
  <p:cSld name="TITLE">
    <p:spTree>
      <p:nvGrpSpPr>
        <p:cNvPr id="8" name="Shape 8"/>
        <p:cNvGrpSpPr/>
        <p:nvPr/>
      </p:nvGrpSpPr>
      <p:grpSpPr>
        <a:xfrm>
          <a:off x="0" y="0"/>
          <a:ext cx="0" cy="0"/>
          <a:chOff x="0" y="0"/>
          <a:chExt cx="0" cy="0"/>
        </a:xfrm>
      </p:grpSpPr>
      <p:pic>
        <p:nvPicPr>
          <p:cNvPr descr="Gusto Logo.png" id="9" name="Google Shape;9;p2"/>
          <p:cNvPicPr preferRelativeResize="0"/>
          <p:nvPr/>
        </p:nvPicPr>
        <p:blipFill>
          <a:blip r:embed="rId2">
            <a:alphaModFix/>
          </a:blip>
          <a:stretch>
            <a:fillRect/>
          </a:stretch>
        </p:blipFill>
        <p:spPr>
          <a:xfrm>
            <a:off x="3182475" y="2211275"/>
            <a:ext cx="2779050" cy="7209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p:cSld name="CUSTOM">
    <p:bg>
      <p:bgPr>
        <a:solidFill>
          <a:srgbClr val="FEEEE7"/>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1947000" y="1796400"/>
            <a:ext cx="5250000" cy="1550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None/>
              <a:defRPr b="1" sz="3800">
                <a:solidFill>
                  <a:srgbClr val="222525"/>
                </a:solidFill>
                <a:latin typeface="Song Myung"/>
                <a:ea typeface="Song Myung"/>
                <a:cs typeface="Song Myung"/>
                <a:sym typeface="Song Myung"/>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2" name="Google Shape;12;p3"/>
          <p:cNvSpPr txBox="1"/>
          <p:nvPr>
            <p:ph idx="1" type="subTitle"/>
          </p:nvPr>
        </p:nvSpPr>
        <p:spPr>
          <a:xfrm>
            <a:off x="2905350" y="3460275"/>
            <a:ext cx="3333300" cy="4416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None/>
              <a:defRPr>
                <a:solidFill>
                  <a:srgbClr val="FFFFFF"/>
                </a:solidFill>
                <a:latin typeface="Proxima Nova"/>
                <a:ea typeface="Proxima Nova"/>
                <a:cs typeface="Proxima Nova"/>
                <a:sym typeface="Proxima Nova"/>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_1">
    <p:bg>
      <p:bgPr>
        <a:solidFill>
          <a:srgbClr val="498DCC"/>
        </a:solidFill>
      </p:bgPr>
    </p:bg>
    <p:spTree>
      <p:nvGrpSpPr>
        <p:cNvPr id="13" name="Shape 13"/>
        <p:cNvGrpSpPr/>
        <p:nvPr/>
      </p:nvGrpSpPr>
      <p:grpSpPr>
        <a:xfrm>
          <a:off x="0" y="0"/>
          <a:ext cx="0" cy="0"/>
          <a:chOff x="0" y="0"/>
          <a:chExt cx="0" cy="0"/>
        </a:xfrm>
      </p:grpSpPr>
      <p:sp>
        <p:nvSpPr>
          <p:cNvPr id="14" name="Google Shape;14;p4"/>
          <p:cNvSpPr txBox="1"/>
          <p:nvPr>
            <p:ph type="title"/>
          </p:nvPr>
        </p:nvSpPr>
        <p:spPr>
          <a:xfrm>
            <a:off x="1947000" y="1796400"/>
            <a:ext cx="5250000" cy="1550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None/>
              <a:defRPr b="1" sz="3800">
                <a:solidFill>
                  <a:srgbClr val="FFFFFF"/>
                </a:solidFill>
                <a:latin typeface="Proxima Nova"/>
                <a:ea typeface="Proxima Nova"/>
                <a:cs typeface="Proxima Nova"/>
                <a:sym typeface="Proxima Nova"/>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pic>
        <p:nvPicPr>
          <p:cNvPr descr="Gusto Logo_white_full white copy.png" id="15" name="Google Shape;15;p4"/>
          <p:cNvPicPr preferRelativeResize="0"/>
          <p:nvPr/>
        </p:nvPicPr>
        <p:blipFill>
          <a:blip r:embed="rId2">
            <a:alphaModFix/>
          </a:blip>
          <a:stretch>
            <a:fillRect/>
          </a:stretch>
        </p:blipFill>
        <p:spPr>
          <a:xfrm>
            <a:off x="3929750" y="961850"/>
            <a:ext cx="1284501" cy="327950"/>
          </a:xfrm>
          <a:prstGeom prst="rect">
            <a:avLst/>
          </a:prstGeom>
          <a:noFill/>
          <a:ln>
            <a:noFill/>
          </a:ln>
        </p:spPr>
      </p:pic>
      <p:sp>
        <p:nvSpPr>
          <p:cNvPr id="16" name="Google Shape;16;p4"/>
          <p:cNvSpPr txBox="1"/>
          <p:nvPr>
            <p:ph idx="1" type="subTitle"/>
          </p:nvPr>
        </p:nvSpPr>
        <p:spPr>
          <a:xfrm>
            <a:off x="2905350" y="3460275"/>
            <a:ext cx="3333300" cy="4416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None/>
              <a:defRPr>
                <a:solidFill>
                  <a:srgbClr val="FFFFFF"/>
                </a:solidFill>
                <a:latin typeface="Proxima Nova"/>
                <a:ea typeface="Proxima Nova"/>
                <a:cs typeface="Proxima Nova"/>
                <a:sym typeface="Proxima Nova"/>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2">
    <p:spTree>
      <p:nvGrpSpPr>
        <p:cNvPr id="17" name="Shape 17"/>
        <p:cNvGrpSpPr/>
        <p:nvPr/>
      </p:nvGrpSpPr>
      <p:grpSpPr>
        <a:xfrm>
          <a:off x="0" y="0"/>
          <a:ext cx="0" cy="0"/>
          <a:chOff x="0" y="0"/>
          <a:chExt cx="0" cy="0"/>
        </a:xfrm>
      </p:grpSpPr>
      <p:sp>
        <p:nvSpPr>
          <p:cNvPr id="18" name="Google Shape;18;p5"/>
          <p:cNvSpPr txBox="1"/>
          <p:nvPr>
            <p:ph type="title"/>
          </p:nvPr>
        </p:nvSpPr>
        <p:spPr>
          <a:xfrm>
            <a:off x="577725" y="460050"/>
            <a:ext cx="6481200" cy="9426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b="1" sz="3000">
                <a:solidFill>
                  <a:srgbClr val="444649"/>
                </a:solidFill>
                <a:latin typeface="Proxima Nova"/>
                <a:ea typeface="Proxima Nova"/>
                <a:cs typeface="Proxima Nova"/>
                <a:sym typeface="Proxima Nova"/>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9" name="Google Shape;19;p5"/>
          <p:cNvSpPr txBox="1"/>
          <p:nvPr/>
        </p:nvSpPr>
        <p:spPr>
          <a:xfrm>
            <a:off x="329300" y="4754425"/>
            <a:ext cx="331200" cy="28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en" sz="600">
                <a:solidFill>
                  <a:srgbClr val="777777"/>
                </a:solidFill>
                <a:latin typeface="Proxima Nova"/>
                <a:ea typeface="Proxima Nova"/>
                <a:cs typeface="Proxima Nova"/>
                <a:sym typeface="Proxima Nova"/>
              </a:rPr>
              <a:t>‹#›</a:t>
            </a:fld>
            <a:endParaRPr sz="600">
              <a:solidFill>
                <a:srgbClr val="777777"/>
              </a:solidFill>
              <a:latin typeface="Proxima Nova"/>
              <a:ea typeface="Proxima Nova"/>
              <a:cs typeface="Proxima Nova"/>
              <a:sym typeface="Proxima Nova"/>
            </a:endParaRPr>
          </a:p>
        </p:txBody>
      </p:sp>
      <p:pic>
        <p:nvPicPr>
          <p:cNvPr id="20" name="Google Shape;20;p5"/>
          <p:cNvPicPr preferRelativeResize="0"/>
          <p:nvPr/>
        </p:nvPicPr>
        <p:blipFill>
          <a:blip r:embed="rId2">
            <a:alphaModFix/>
          </a:blip>
          <a:stretch>
            <a:fillRect/>
          </a:stretch>
        </p:blipFill>
        <p:spPr>
          <a:xfrm>
            <a:off x="8199225" y="4810694"/>
            <a:ext cx="649802" cy="168575"/>
          </a:xfrm>
          <a:prstGeom prst="rect">
            <a:avLst/>
          </a:prstGeom>
          <a:noFill/>
          <a:ln>
            <a:noFill/>
          </a:ln>
        </p:spPr>
      </p:pic>
      <p:sp>
        <p:nvSpPr>
          <p:cNvPr id="21" name="Google Shape;21;p5"/>
          <p:cNvSpPr txBox="1"/>
          <p:nvPr>
            <p:ph idx="1" type="subTitle"/>
          </p:nvPr>
        </p:nvSpPr>
        <p:spPr>
          <a:xfrm>
            <a:off x="616150" y="1076900"/>
            <a:ext cx="4728000" cy="465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a:solidFill>
                  <a:srgbClr val="4F5057"/>
                </a:solidFill>
                <a:latin typeface="Proxima Nova"/>
                <a:ea typeface="Proxima Nova"/>
                <a:cs typeface="Proxima Nova"/>
                <a:sym typeface="Proxima Nova"/>
              </a:defRPr>
            </a:lvl1pPr>
            <a:lvl2pPr lvl="1" rtl="0">
              <a:spcBef>
                <a:spcPts val="0"/>
              </a:spcBef>
              <a:spcAft>
                <a:spcPts val="0"/>
              </a:spcAft>
              <a:buNone/>
              <a:defRPr>
                <a:solidFill>
                  <a:srgbClr val="4F5057"/>
                </a:solidFill>
              </a:defRPr>
            </a:lvl2pPr>
            <a:lvl3pPr lvl="2" rtl="0">
              <a:spcBef>
                <a:spcPts val="0"/>
              </a:spcBef>
              <a:spcAft>
                <a:spcPts val="0"/>
              </a:spcAft>
              <a:buNone/>
              <a:defRPr>
                <a:solidFill>
                  <a:srgbClr val="4F5057"/>
                </a:solidFill>
              </a:defRPr>
            </a:lvl3pPr>
            <a:lvl4pPr lvl="3" rtl="0">
              <a:spcBef>
                <a:spcPts val="0"/>
              </a:spcBef>
              <a:spcAft>
                <a:spcPts val="0"/>
              </a:spcAft>
              <a:buNone/>
              <a:defRPr>
                <a:solidFill>
                  <a:srgbClr val="4F5057"/>
                </a:solidFill>
              </a:defRPr>
            </a:lvl4pPr>
            <a:lvl5pPr lvl="4" rtl="0">
              <a:spcBef>
                <a:spcPts val="0"/>
              </a:spcBef>
              <a:spcAft>
                <a:spcPts val="0"/>
              </a:spcAft>
              <a:buNone/>
              <a:defRPr>
                <a:solidFill>
                  <a:srgbClr val="4F5057"/>
                </a:solidFill>
              </a:defRPr>
            </a:lvl5pPr>
            <a:lvl6pPr lvl="5" rtl="0">
              <a:spcBef>
                <a:spcPts val="0"/>
              </a:spcBef>
              <a:spcAft>
                <a:spcPts val="0"/>
              </a:spcAft>
              <a:buNone/>
              <a:defRPr>
                <a:solidFill>
                  <a:srgbClr val="4F5057"/>
                </a:solidFill>
              </a:defRPr>
            </a:lvl6pPr>
            <a:lvl7pPr lvl="6" rtl="0">
              <a:spcBef>
                <a:spcPts val="0"/>
              </a:spcBef>
              <a:spcAft>
                <a:spcPts val="0"/>
              </a:spcAft>
              <a:buNone/>
              <a:defRPr>
                <a:solidFill>
                  <a:srgbClr val="4F5057"/>
                </a:solidFill>
              </a:defRPr>
            </a:lvl7pPr>
            <a:lvl8pPr lvl="7" rtl="0">
              <a:spcBef>
                <a:spcPts val="0"/>
              </a:spcBef>
              <a:spcAft>
                <a:spcPts val="0"/>
              </a:spcAft>
              <a:buNone/>
              <a:defRPr>
                <a:solidFill>
                  <a:srgbClr val="4F5057"/>
                </a:solidFill>
              </a:defRPr>
            </a:lvl8pPr>
            <a:lvl9pPr lvl="8" rtl="0">
              <a:spcBef>
                <a:spcPts val="0"/>
              </a:spcBef>
              <a:spcAft>
                <a:spcPts val="0"/>
              </a:spcAft>
              <a:buNone/>
              <a:defRPr>
                <a:solidFill>
                  <a:srgbClr val="4F5057"/>
                </a:solidFill>
              </a:defRPr>
            </a:lvl9pPr>
          </a:lstStyle>
          <a:p/>
        </p:txBody>
      </p:sp>
      <p:sp>
        <p:nvSpPr>
          <p:cNvPr id="22" name="Google Shape;22;p5"/>
          <p:cNvSpPr txBox="1"/>
          <p:nvPr>
            <p:ph idx="2" type="subTitle"/>
          </p:nvPr>
        </p:nvSpPr>
        <p:spPr>
          <a:xfrm>
            <a:off x="616150" y="2599825"/>
            <a:ext cx="4728000" cy="465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b="1">
                <a:solidFill>
                  <a:srgbClr val="4F5057"/>
                </a:solidFill>
                <a:latin typeface="Proxima Nova"/>
                <a:ea typeface="Proxima Nova"/>
                <a:cs typeface="Proxima Nova"/>
                <a:sym typeface="Proxima Nova"/>
              </a:defRPr>
            </a:lvl1pPr>
            <a:lvl2pPr lvl="1" rtl="0">
              <a:spcBef>
                <a:spcPts val="0"/>
              </a:spcBef>
              <a:spcAft>
                <a:spcPts val="0"/>
              </a:spcAft>
              <a:buNone/>
              <a:defRPr>
                <a:solidFill>
                  <a:srgbClr val="4F5057"/>
                </a:solidFill>
              </a:defRPr>
            </a:lvl2pPr>
            <a:lvl3pPr lvl="2" rtl="0">
              <a:spcBef>
                <a:spcPts val="0"/>
              </a:spcBef>
              <a:spcAft>
                <a:spcPts val="0"/>
              </a:spcAft>
              <a:buNone/>
              <a:defRPr>
                <a:solidFill>
                  <a:srgbClr val="4F5057"/>
                </a:solidFill>
              </a:defRPr>
            </a:lvl3pPr>
            <a:lvl4pPr lvl="3" rtl="0">
              <a:spcBef>
                <a:spcPts val="0"/>
              </a:spcBef>
              <a:spcAft>
                <a:spcPts val="0"/>
              </a:spcAft>
              <a:buNone/>
              <a:defRPr>
                <a:solidFill>
                  <a:srgbClr val="4F5057"/>
                </a:solidFill>
              </a:defRPr>
            </a:lvl4pPr>
            <a:lvl5pPr lvl="4" rtl="0">
              <a:spcBef>
                <a:spcPts val="0"/>
              </a:spcBef>
              <a:spcAft>
                <a:spcPts val="0"/>
              </a:spcAft>
              <a:buNone/>
              <a:defRPr>
                <a:solidFill>
                  <a:srgbClr val="4F5057"/>
                </a:solidFill>
              </a:defRPr>
            </a:lvl5pPr>
            <a:lvl6pPr lvl="5" rtl="0">
              <a:spcBef>
                <a:spcPts val="0"/>
              </a:spcBef>
              <a:spcAft>
                <a:spcPts val="0"/>
              </a:spcAft>
              <a:buNone/>
              <a:defRPr>
                <a:solidFill>
                  <a:srgbClr val="4F5057"/>
                </a:solidFill>
              </a:defRPr>
            </a:lvl6pPr>
            <a:lvl7pPr lvl="6" rtl="0">
              <a:spcBef>
                <a:spcPts val="0"/>
              </a:spcBef>
              <a:spcAft>
                <a:spcPts val="0"/>
              </a:spcAft>
              <a:buNone/>
              <a:defRPr>
                <a:solidFill>
                  <a:srgbClr val="4F5057"/>
                </a:solidFill>
              </a:defRPr>
            </a:lvl7pPr>
            <a:lvl8pPr lvl="7" rtl="0">
              <a:spcBef>
                <a:spcPts val="0"/>
              </a:spcBef>
              <a:spcAft>
                <a:spcPts val="0"/>
              </a:spcAft>
              <a:buNone/>
              <a:defRPr>
                <a:solidFill>
                  <a:srgbClr val="4F5057"/>
                </a:solidFill>
              </a:defRPr>
            </a:lvl8pPr>
            <a:lvl9pPr lvl="8" rtl="0">
              <a:spcBef>
                <a:spcPts val="0"/>
              </a:spcBef>
              <a:spcAft>
                <a:spcPts val="0"/>
              </a:spcAft>
              <a:buNone/>
              <a:defRPr>
                <a:solidFill>
                  <a:srgbClr val="4F5057"/>
                </a:solidFill>
              </a:defRPr>
            </a:lvl9pPr>
          </a:lstStyle>
          <a:p/>
        </p:txBody>
      </p:sp>
      <p:sp>
        <p:nvSpPr>
          <p:cNvPr id="23" name="Google Shape;23;p5"/>
          <p:cNvSpPr txBox="1"/>
          <p:nvPr>
            <p:ph idx="3" type="subTitle"/>
          </p:nvPr>
        </p:nvSpPr>
        <p:spPr>
          <a:xfrm>
            <a:off x="616150" y="2886825"/>
            <a:ext cx="4728000" cy="465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100">
                <a:solidFill>
                  <a:srgbClr val="4F5057"/>
                </a:solidFill>
                <a:latin typeface="Proxima Nova"/>
                <a:ea typeface="Proxima Nova"/>
                <a:cs typeface="Proxima Nova"/>
                <a:sym typeface="Proxima Nova"/>
              </a:defRPr>
            </a:lvl1pPr>
            <a:lvl2pPr lvl="1" rtl="0">
              <a:spcBef>
                <a:spcPts val="0"/>
              </a:spcBef>
              <a:spcAft>
                <a:spcPts val="0"/>
              </a:spcAft>
              <a:buNone/>
              <a:defRPr>
                <a:solidFill>
                  <a:srgbClr val="4F5057"/>
                </a:solidFill>
              </a:defRPr>
            </a:lvl2pPr>
            <a:lvl3pPr lvl="2" rtl="0">
              <a:spcBef>
                <a:spcPts val="0"/>
              </a:spcBef>
              <a:spcAft>
                <a:spcPts val="0"/>
              </a:spcAft>
              <a:buNone/>
              <a:defRPr>
                <a:solidFill>
                  <a:srgbClr val="4F5057"/>
                </a:solidFill>
              </a:defRPr>
            </a:lvl3pPr>
            <a:lvl4pPr lvl="3" rtl="0">
              <a:spcBef>
                <a:spcPts val="0"/>
              </a:spcBef>
              <a:spcAft>
                <a:spcPts val="0"/>
              </a:spcAft>
              <a:buNone/>
              <a:defRPr>
                <a:solidFill>
                  <a:srgbClr val="4F5057"/>
                </a:solidFill>
              </a:defRPr>
            </a:lvl4pPr>
            <a:lvl5pPr lvl="4" rtl="0">
              <a:spcBef>
                <a:spcPts val="0"/>
              </a:spcBef>
              <a:spcAft>
                <a:spcPts val="0"/>
              </a:spcAft>
              <a:buNone/>
              <a:defRPr>
                <a:solidFill>
                  <a:srgbClr val="4F5057"/>
                </a:solidFill>
              </a:defRPr>
            </a:lvl5pPr>
            <a:lvl6pPr lvl="5" rtl="0">
              <a:spcBef>
                <a:spcPts val="0"/>
              </a:spcBef>
              <a:spcAft>
                <a:spcPts val="0"/>
              </a:spcAft>
              <a:buNone/>
              <a:defRPr>
                <a:solidFill>
                  <a:srgbClr val="4F5057"/>
                </a:solidFill>
              </a:defRPr>
            </a:lvl6pPr>
            <a:lvl7pPr lvl="6" rtl="0">
              <a:spcBef>
                <a:spcPts val="0"/>
              </a:spcBef>
              <a:spcAft>
                <a:spcPts val="0"/>
              </a:spcAft>
              <a:buNone/>
              <a:defRPr>
                <a:solidFill>
                  <a:srgbClr val="4F5057"/>
                </a:solidFill>
              </a:defRPr>
            </a:lvl7pPr>
            <a:lvl8pPr lvl="7" rtl="0">
              <a:spcBef>
                <a:spcPts val="0"/>
              </a:spcBef>
              <a:spcAft>
                <a:spcPts val="0"/>
              </a:spcAft>
              <a:buNone/>
              <a:defRPr>
                <a:solidFill>
                  <a:srgbClr val="4F5057"/>
                </a:solidFill>
              </a:defRPr>
            </a:lvl8pPr>
            <a:lvl9pPr lvl="8" rtl="0">
              <a:spcBef>
                <a:spcPts val="0"/>
              </a:spcBef>
              <a:spcAft>
                <a:spcPts val="0"/>
              </a:spcAft>
              <a:buNone/>
              <a:defRPr>
                <a:solidFill>
                  <a:srgbClr val="4F5057"/>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or overview with numbers 1">
  <p:cSld name="TITLE_1">
    <p:spTree>
      <p:nvGrpSpPr>
        <p:cNvPr id="24" name="Shape 24"/>
        <p:cNvGrpSpPr/>
        <p:nvPr/>
      </p:nvGrpSpPr>
      <p:grpSpPr>
        <a:xfrm>
          <a:off x="0" y="0"/>
          <a:ext cx="0" cy="0"/>
          <a:chOff x="0" y="0"/>
          <a:chExt cx="0" cy="0"/>
        </a:xfrm>
      </p:grpSpPr>
      <p:sp>
        <p:nvSpPr>
          <p:cNvPr id="25" name="Google Shape;25;p6"/>
          <p:cNvSpPr txBox="1"/>
          <p:nvPr>
            <p:ph type="title"/>
          </p:nvPr>
        </p:nvSpPr>
        <p:spPr>
          <a:xfrm>
            <a:off x="577725" y="460050"/>
            <a:ext cx="6481200" cy="9426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b="1" sz="3000">
                <a:solidFill>
                  <a:srgbClr val="444649"/>
                </a:solidFill>
                <a:latin typeface="Proxima Nova"/>
                <a:ea typeface="Proxima Nova"/>
                <a:cs typeface="Proxima Nova"/>
                <a:sym typeface="Proxima Nova"/>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26" name="Google Shape;26;p6"/>
          <p:cNvSpPr txBox="1"/>
          <p:nvPr/>
        </p:nvSpPr>
        <p:spPr>
          <a:xfrm>
            <a:off x="329300" y="4754425"/>
            <a:ext cx="331200" cy="28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en" sz="600">
                <a:solidFill>
                  <a:srgbClr val="777777"/>
                </a:solidFill>
                <a:latin typeface="Proxima Nova"/>
                <a:ea typeface="Proxima Nova"/>
                <a:cs typeface="Proxima Nova"/>
                <a:sym typeface="Proxima Nova"/>
              </a:rPr>
              <a:t>‹#›</a:t>
            </a:fld>
            <a:endParaRPr sz="600">
              <a:solidFill>
                <a:srgbClr val="777777"/>
              </a:solidFill>
              <a:latin typeface="Proxima Nova"/>
              <a:ea typeface="Proxima Nova"/>
              <a:cs typeface="Proxima Nova"/>
              <a:sym typeface="Proxima Nova"/>
            </a:endParaRPr>
          </a:p>
        </p:txBody>
      </p:sp>
      <p:sp>
        <p:nvSpPr>
          <p:cNvPr id="27" name="Google Shape;27;p6"/>
          <p:cNvSpPr txBox="1"/>
          <p:nvPr>
            <p:ph idx="1" type="body"/>
          </p:nvPr>
        </p:nvSpPr>
        <p:spPr>
          <a:xfrm>
            <a:off x="638550" y="1483900"/>
            <a:ext cx="7586100" cy="2782200"/>
          </a:xfrm>
          <a:prstGeom prst="rect">
            <a:avLst/>
          </a:prstGeom>
          <a:noFill/>
          <a:ln>
            <a:noFill/>
          </a:ln>
        </p:spPr>
        <p:txBody>
          <a:bodyPr anchorCtr="0" anchor="t" bIns="91425" lIns="91425" spcFirstLastPara="1" rIns="91425" wrap="square" tIns="91425">
            <a:noAutofit/>
          </a:bodyPr>
          <a:lstStyle>
            <a:lvl1pPr indent="-298450" lvl="0" marL="457200" rtl="0">
              <a:lnSpc>
                <a:spcPct val="150000"/>
              </a:lnSpc>
              <a:spcBef>
                <a:spcPts val="0"/>
              </a:spcBef>
              <a:spcAft>
                <a:spcPts val="0"/>
              </a:spcAft>
              <a:buClr>
                <a:srgbClr val="444649"/>
              </a:buClr>
              <a:buSzPts val="1100"/>
              <a:buFont typeface="Proxima Nova"/>
              <a:buAutoNum type="arabicPeriod"/>
              <a:defRPr sz="1100">
                <a:solidFill>
                  <a:srgbClr val="444649"/>
                </a:solidFill>
                <a:latin typeface="Proxima Nova"/>
                <a:ea typeface="Proxima Nova"/>
                <a:cs typeface="Proxima Nova"/>
                <a:sym typeface="Proxima Nova"/>
              </a:defRPr>
            </a:lvl1pPr>
            <a:lvl2pPr indent="-298450" lvl="1" marL="914400" rtl="0">
              <a:lnSpc>
                <a:spcPct val="150000"/>
              </a:lnSpc>
              <a:spcBef>
                <a:spcPts val="0"/>
              </a:spcBef>
              <a:spcAft>
                <a:spcPts val="0"/>
              </a:spcAft>
              <a:buClr>
                <a:srgbClr val="444649"/>
              </a:buClr>
              <a:buSzPts val="1100"/>
              <a:buFont typeface="Proxima Nova"/>
              <a:buAutoNum type="alphaLcPeriod"/>
              <a:defRPr sz="1100">
                <a:solidFill>
                  <a:srgbClr val="444649"/>
                </a:solidFill>
                <a:latin typeface="Proxima Nova"/>
                <a:ea typeface="Proxima Nova"/>
                <a:cs typeface="Proxima Nova"/>
                <a:sym typeface="Proxima Nova"/>
              </a:defRPr>
            </a:lvl2pPr>
            <a:lvl3pPr indent="-298450" lvl="2" marL="1371600" rtl="0">
              <a:lnSpc>
                <a:spcPct val="150000"/>
              </a:lnSpc>
              <a:spcBef>
                <a:spcPts val="0"/>
              </a:spcBef>
              <a:spcAft>
                <a:spcPts val="0"/>
              </a:spcAft>
              <a:buClr>
                <a:srgbClr val="444649"/>
              </a:buClr>
              <a:buSzPts val="1100"/>
              <a:buFont typeface="Proxima Nova"/>
              <a:buAutoNum type="romanLcPeriod"/>
              <a:defRPr sz="1100">
                <a:solidFill>
                  <a:srgbClr val="444649"/>
                </a:solidFill>
                <a:latin typeface="Proxima Nova"/>
                <a:ea typeface="Proxima Nova"/>
                <a:cs typeface="Proxima Nova"/>
                <a:sym typeface="Proxima Nova"/>
              </a:defRPr>
            </a:lvl3pPr>
            <a:lvl4pPr indent="-298450" lvl="3" marL="1828800" rtl="0">
              <a:lnSpc>
                <a:spcPct val="150000"/>
              </a:lnSpc>
              <a:spcBef>
                <a:spcPts val="0"/>
              </a:spcBef>
              <a:spcAft>
                <a:spcPts val="0"/>
              </a:spcAft>
              <a:buClr>
                <a:srgbClr val="444649"/>
              </a:buClr>
              <a:buSzPts val="1100"/>
              <a:buFont typeface="Proxima Nova"/>
              <a:buAutoNum type="arabicPeriod"/>
              <a:defRPr sz="1100">
                <a:solidFill>
                  <a:srgbClr val="444649"/>
                </a:solidFill>
                <a:latin typeface="Proxima Nova"/>
                <a:ea typeface="Proxima Nova"/>
                <a:cs typeface="Proxima Nova"/>
                <a:sym typeface="Proxima Nova"/>
              </a:defRPr>
            </a:lvl4pPr>
            <a:lvl5pPr indent="-298450" lvl="4" marL="2286000" rtl="0">
              <a:lnSpc>
                <a:spcPct val="150000"/>
              </a:lnSpc>
              <a:spcBef>
                <a:spcPts val="0"/>
              </a:spcBef>
              <a:spcAft>
                <a:spcPts val="0"/>
              </a:spcAft>
              <a:buClr>
                <a:srgbClr val="444649"/>
              </a:buClr>
              <a:buSzPts val="1100"/>
              <a:buFont typeface="Proxima Nova"/>
              <a:buAutoNum type="alphaLcPeriod"/>
              <a:defRPr sz="1100">
                <a:solidFill>
                  <a:srgbClr val="444649"/>
                </a:solidFill>
                <a:latin typeface="Proxima Nova"/>
                <a:ea typeface="Proxima Nova"/>
                <a:cs typeface="Proxima Nova"/>
                <a:sym typeface="Proxima Nova"/>
              </a:defRPr>
            </a:lvl5pPr>
            <a:lvl6pPr indent="-298450" lvl="5" marL="2743200" rtl="0">
              <a:lnSpc>
                <a:spcPct val="150000"/>
              </a:lnSpc>
              <a:spcBef>
                <a:spcPts val="0"/>
              </a:spcBef>
              <a:spcAft>
                <a:spcPts val="0"/>
              </a:spcAft>
              <a:buClr>
                <a:srgbClr val="444649"/>
              </a:buClr>
              <a:buSzPts val="1100"/>
              <a:buFont typeface="Proxima Nova"/>
              <a:buAutoNum type="romanLcPeriod"/>
              <a:defRPr sz="1100">
                <a:solidFill>
                  <a:srgbClr val="444649"/>
                </a:solidFill>
                <a:latin typeface="Proxima Nova"/>
                <a:ea typeface="Proxima Nova"/>
                <a:cs typeface="Proxima Nova"/>
                <a:sym typeface="Proxima Nova"/>
              </a:defRPr>
            </a:lvl6pPr>
            <a:lvl7pPr indent="-298450" lvl="6" marL="3200400" rtl="0">
              <a:lnSpc>
                <a:spcPct val="150000"/>
              </a:lnSpc>
              <a:spcBef>
                <a:spcPts val="0"/>
              </a:spcBef>
              <a:spcAft>
                <a:spcPts val="0"/>
              </a:spcAft>
              <a:buClr>
                <a:srgbClr val="444649"/>
              </a:buClr>
              <a:buSzPts val="1100"/>
              <a:buFont typeface="Proxima Nova"/>
              <a:buAutoNum type="arabicPeriod"/>
              <a:defRPr sz="1100">
                <a:solidFill>
                  <a:srgbClr val="444649"/>
                </a:solidFill>
                <a:latin typeface="Proxima Nova"/>
                <a:ea typeface="Proxima Nova"/>
                <a:cs typeface="Proxima Nova"/>
                <a:sym typeface="Proxima Nova"/>
              </a:defRPr>
            </a:lvl7pPr>
            <a:lvl8pPr indent="-298450" lvl="7" marL="3657600" rtl="0">
              <a:lnSpc>
                <a:spcPct val="150000"/>
              </a:lnSpc>
              <a:spcBef>
                <a:spcPts val="0"/>
              </a:spcBef>
              <a:spcAft>
                <a:spcPts val="0"/>
              </a:spcAft>
              <a:buClr>
                <a:srgbClr val="444649"/>
              </a:buClr>
              <a:buSzPts val="1100"/>
              <a:buFont typeface="Proxima Nova"/>
              <a:buAutoNum type="alphaLcPeriod"/>
              <a:defRPr sz="1100">
                <a:solidFill>
                  <a:srgbClr val="444649"/>
                </a:solidFill>
                <a:latin typeface="Proxima Nova"/>
                <a:ea typeface="Proxima Nova"/>
                <a:cs typeface="Proxima Nova"/>
                <a:sym typeface="Proxima Nova"/>
              </a:defRPr>
            </a:lvl8pPr>
            <a:lvl9pPr indent="-298450" lvl="8" marL="4114800" rtl="0">
              <a:lnSpc>
                <a:spcPct val="150000"/>
              </a:lnSpc>
              <a:spcBef>
                <a:spcPts val="0"/>
              </a:spcBef>
              <a:spcAft>
                <a:spcPts val="0"/>
              </a:spcAft>
              <a:buClr>
                <a:srgbClr val="444649"/>
              </a:buClr>
              <a:buSzPts val="1100"/>
              <a:buFont typeface="Proxima Nova"/>
              <a:buAutoNum type="romanLcPeriod"/>
              <a:defRPr sz="1100">
                <a:solidFill>
                  <a:srgbClr val="444649"/>
                </a:solidFill>
                <a:latin typeface="Proxima Nova"/>
                <a:ea typeface="Proxima Nova"/>
                <a:cs typeface="Proxima Nova"/>
                <a:sym typeface="Proxima Nova"/>
              </a:defRPr>
            </a:lvl9pPr>
          </a:lstStyle>
          <a:p/>
        </p:txBody>
      </p:sp>
      <p:pic>
        <p:nvPicPr>
          <p:cNvPr id="28" name="Google Shape;28;p6"/>
          <p:cNvPicPr preferRelativeResize="0"/>
          <p:nvPr/>
        </p:nvPicPr>
        <p:blipFill>
          <a:blip r:embed="rId2">
            <a:alphaModFix/>
          </a:blip>
          <a:stretch>
            <a:fillRect/>
          </a:stretch>
        </p:blipFill>
        <p:spPr>
          <a:xfrm>
            <a:off x="8224650" y="4739585"/>
            <a:ext cx="624376" cy="239689"/>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or overview with bullets" type="secHead">
  <p:cSld name="SECTION_HEADER">
    <p:spTree>
      <p:nvGrpSpPr>
        <p:cNvPr id="29" name="Shape 29"/>
        <p:cNvGrpSpPr/>
        <p:nvPr/>
      </p:nvGrpSpPr>
      <p:grpSpPr>
        <a:xfrm>
          <a:off x="0" y="0"/>
          <a:ext cx="0" cy="0"/>
          <a:chOff x="0" y="0"/>
          <a:chExt cx="0" cy="0"/>
        </a:xfrm>
      </p:grpSpPr>
      <p:sp>
        <p:nvSpPr>
          <p:cNvPr id="30" name="Google Shape;30;p7"/>
          <p:cNvSpPr txBox="1"/>
          <p:nvPr>
            <p:ph idx="1" type="body"/>
          </p:nvPr>
        </p:nvSpPr>
        <p:spPr>
          <a:xfrm>
            <a:off x="638550" y="1483900"/>
            <a:ext cx="7586100" cy="2782200"/>
          </a:xfrm>
          <a:prstGeom prst="rect">
            <a:avLst/>
          </a:prstGeom>
          <a:noFill/>
          <a:ln>
            <a:noFill/>
          </a:ln>
        </p:spPr>
        <p:txBody>
          <a:bodyPr anchorCtr="0" anchor="t" bIns="91425" lIns="91425" spcFirstLastPara="1" rIns="91425" wrap="square" tIns="91425">
            <a:noAutofit/>
          </a:bodyPr>
          <a:lstStyle>
            <a:lvl1pPr indent="-298450" lvl="0" marL="457200" rtl="0">
              <a:lnSpc>
                <a:spcPct val="115000"/>
              </a:lnSpc>
              <a:spcBef>
                <a:spcPts val="0"/>
              </a:spcBef>
              <a:spcAft>
                <a:spcPts val="0"/>
              </a:spcAft>
              <a:buClr>
                <a:srgbClr val="444649"/>
              </a:buClr>
              <a:buSzPts val="1100"/>
              <a:buFont typeface="Proxima Nova"/>
              <a:buChar char="●"/>
              <a:defRPr sz="1100">
                <a:solidFill>
                  <a:srgbClr val="444649"/>
                </a:solidFill>
                <a:latin typeface="Proxima Nova"/>
                <a:ea typeface="Proxima Nova"/>
                <a:cs typeface="Proxima Nova"/>
                <a:sym typeface="Proxima Nova"/>
              </a:defRPr>
            </a:lvl1pPr>
            <a:lvl2pPr indent="-298450" lvl="1" marL="914400" rtl="0">
              <a:lnSpc>
                <a:spcPct val="115000"/>
              </a:lnSpc>
              <a:spcBef>
                <a:spcPts val="0"/>
              </a:spcBef>
              <a:spcAft>
                <a:spcPts val="0"/>
              </a:spcAft>
              <a:buClr>
                <a:srgbClr val="444649"/>
              </a:buClr>
              <a:buSzPts val="1100"/>
              <a:buFont typeface="Proxima Nova"/>
              <a:buChar char="○"/>
              <a:defRPr sz="1100">
                <a:solidFill>
                  <a:srgbClr val="444649"/>
                </a:solidFill>
                <a:latin typeface="Proxima Nova"/>
                <a:ea typeface="Proxima Nova"/>
                <a:cs typeface="Proxima Nova"/>
                <a:sym typeface="Proxima Nova"/>
              </a:defRPr>
            </a:lvl2pPr>
            <a:lvl3pPr indent="-298450" lvl="2" marL="1371600" rtl="0">
              <a:lnSpc>
                <a:spcPct val="115000"/>
              </a:lnSpc>
              <a:spcBef>
                <a:spcPts val="0"/>
              </a:spcBef>
              <a:spcAft>
                <a:spcPts val="0"/>
              </a:spcAft>
              <a:buClr>
                <a:srgbClr val="444649"/>
              </a:buClr>
              <a:buSzPts val="1100"/>
              <a:buFont typeface="Proxima Nova"/>
              <a:buChar char="■"/>
              <a:defRPr sz="1100">
                <a:solidFill>
                  <a:srgbClr val="444649"/>
                </a:solidFill>
                <a:latin typeface="Proxima Nova"/>
                <a:ea typeface="Proxima Nova"/>
                <a:cs typeface="Proxima Nova"/>
                <a:sym typeface="Proxima Nova"/>
              </a:defRPr>
            </a:lvl3pPr>
            <a:lvl4pPr indent="-298450" lvl="3" marL="1828800" rtl="0">
              <a:lnSpc>
                <a:spcPct val="115000"/>
              </a:lnSpc>
              <a:spcBef>
                <a:spcPts val="0"/>
              </a:spcBef>
              <a:spcAft>
                <a:spcPts val="0"/>
              </a:spcAft>
              <a:buClr>
                <a:srgbClr val="444649"/>
              </a:buClr>
              <a:buSzPts val="1100"/>
              <a:buFont typeface="Proxima Nova"/>
              <a:buChar char="●"/>
              <a:defRPr sz="1100">
                <a:solidFill>
                  <a:srgbClr val="444649"/>
                </a:solidFill>
                <a:latin typeface="Proxima Nova"/>
                <a:ea typeface="Proxima Nova"/>
                <a:cs typeface="Proxima Nova"/>
                <a:sym typeface="Proxima Nova"/>
              </a:defRPr>
            </a:lvl4pPr>
            <a:lvl5pPr indent="-298450" lvl="4" marL="2286000" rtl="0">
              <a:lnSpc>
                <a:spcPct val="115000"/>
              </a:lnSpc>
              <a:spcBef>
                <a:spcPts val="0"/>
              </a:spcBef>
              <a:spcAft>
                <a:spcPts val="0"/>
              </a:spcAft>
              <a:buClr>
                <a:srgbClr val="444649"/>
              </a:buClr>
              <a:buSzPts val="1100"/>
              <a:buFont typeface="Proxima Nova"/>
              <a:buChar char="○"/>
              <a:defRPr sz="1100">
                <a:solidFill>
                  <a:srgbClr val="444649"/>
                </a:solidFill>
                <a:latin typeface="Proxima Nova"/>
                <a:ea typeface="Proxima Nova"/>
                <a:cs typeface="Proxima Nova"/>
                <a:sym typeface="Proxima Nova"/>
              </a:defRPr>
            </a:lvl5pPr>
            <a:lvl6pPr indent="-298450" lvl="5" marL="2743200" rtl="0">
              <a:lnSpc>
                <a:spcPct val="115000"/>
              </a:lnSpc>
              <a:spcBef>
                <a:spcPts val="0"/>
              </a:spcBef>
              <a:spcAft>
                <a:spcPts val="0"/>
              </a:spcAft>
              <a:buClr>
                <a:srgbClr val="444649"/>
              </a:buClr>
              <a:buSzPts val="1100"/>
              <a:buFont typeface="Proxima Nova"/>
              <a:buChar char="■"/>
              <a:defRPr sz="1100">
                <a:solidFill>
                  <a:srgbClr val="444649"/>
                </a:solidFill>
                <a:latin typeface="Proxima Nova"/>
                <a:ea typeface="Proxima Nova"/>
                <a:cs typeface="Proxima Nova"/>
                <a:sym typeface="Proxima Nova"/>
              </a:defRPr>
            </a:lvl6pPr>
            <a:lvl7pPr indent="-298450" lvl="6" marL="3200400" rtl="0">
              <a:lnSpc>
                <a:spcPct val="115000"/>
              </a:lnSpc>
              <a:spcBef>
                <a:spcPts val="0"/>
              </a:spcBef>
              <a:spcAft>
                <a:spcPts val="0"/>
              </a:spcAft>
              <a:buClr>
                <a:srgbClr val="444649"/>
              </a:buClr>
              <a:buSzPts val="1100"/>
              <a:buFont typeface="Proxima Nova"/>
              <a:buChar char="●"/>
              <a:defRPr sz="1100">
                <a:solidFill>
                  <a:srgbClr val="444649"/>
                </a:solidFill>
                <a:latin typeface="Proxima Nova"/>
                <a:ea typeface="Proxima Nova"/>
                <a:cs typeface="Proxima Nova"/>
                <a:sym typeface="Proxima Nova"/>
              </a:defRPr>
            </a:lvl7pPr>
            <a:lvl8pPr indent="-298450" lvl="7" marL="3657600" rtl="0">
              <a:lnSpc>
                <a:spcPct val="115000"/>
              </a:lnSpc>
              <a:spcBef>
                <a:spcPts val="0"/>
              </a:spcBef>
              <a:spcAft>
                <a:spcPts val="0"/>
              </a:spcAft>
              <a:buClr>
                <a:srgbClr val="444649"/>
              </a:buClr>
              <a:buSzPts val="1100"/>
              <a:buFont typeface="Proxima Nova"/>
              <a:buChar char="○"/>
              <a:defRPr sz="1100">
                <a:solidFill>
                  <a:srgbClr val="444649"/>
                </a:solidFill>
                <a:latin typeface="Proxima Nova"/>
                <a:ea typeface="Proxima Nova"/>
                <a:cs typeface="Proxima Nova"/>
                <a:sym typeface="Proxima Nova"/>
              </a:defRPr>
            </a:lvl8pPr>
            <a:lvl9pPr indent="-298450" lvl="8" marL="4114800" rtl="0">
              <a:lnSpc>
                <a:spcPct val="115000"/>
              </a:lnSpc>
              <a:spcBef>
                <a:spcPts val="0"/>
              </a:spcBef>
              <a:spcAft>
                <a:spcPts val="0"/>
              </a:spcAft>
              <a:buClr>
                <a:srgbClr val="444649"/>
              </a:buClr>
              <a:buSzPts val="1100"/>
              <a:buFont typeface="Proxima Nova"/>
              <a:buChar char="■"/>
              <a:defRPr sz="1100">
                <a:solidFill>
                  <a:srgbClr val="444649"/>
                </a:solidFill>
                <a:latin typeface="Proxima Nova"/>
                <a:ea typeface="Proxima Nova"/>
                <a:cs typeface="Proxima Nova"/>
                <a:sym typeface="Proxima Nova"/>
              </a:defRPr>
            </a:lvl9pPr>
          </a:lstStyle>
          <a:p/>
        </p:txBody>
      </p:sp>
      <p:sp>
        <p:nvSpPr>
          <p:cNvPr id="31" name="Google Shape;31;p7"/>
          <p:cNvSpPr txBox="1"/>
          <p:nvPr>
            <p:ph type="title"/>
          </p:nvPr>
        </p:nvSpPr>
        <p:spPr>
          <a:xfrm>
            <a:off x="577725" y="460050"/>
            <a:ext cx="6481200" cy="9426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b="1" sz="3000">
                <a:solidFill>
                  <a:srgbClr val="444649"/>
                </a:solidFill>
                <a:latin typeface="Proxima Nova"/>
                <a:ea typeface="Proxima Nova"/>
                <a:cs typeface="Proxima Nova"/>
                <a:sym typeface="Proxima Nova"/>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2" name="Google Shape;32;p7"/>
          <p:cNvSpPr txBox="1"/>
          <p:nvPr/>
        </p:nvSpPr>
        <p:spPr>
          <a:xfrm>
            <a:off x="329300" y="4754425"/>
            <a:ext cx="331200" cy="28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en" sz="600">
                <a:solidFill>
                  <a:srgbClr val="777777"/>
                </a:solidFill>
                <a:latin typeface="Proxima Nova"/>
                <a:ea typeface="Proxima Nova"/>
                <a:cs typeface="Proxima Nova"/>
                <a:sym typeface="Proxima Nova"/>
              </a:rPr>
              <a:t>‹#›</a:t>
            </a:fld>
            <a:endParaRPr sz="600">
              <a:solidFill>
                <a:srgbClr val="777777"/>
              </a:solidFill>
              <a:latin typeface="Proxima Nova"/>
              <a:ea typeface="Proxima Nova"/>
              <a:cs typeface="Proxima Nova"/>
              <a:sym typeface="Proxima Nova"/>
            </a:endParaRPr>
          </a:p>
        </p:txBody>
      </p:sp>
      <p:pic>
        <p:nvPicPr>
          <p:cNvPr id="33" name="Google Shape;33;p7"/>
          <p:cNvPicPr preferRelativeResize="0"/>
          <p:nvPr/>
        </p:nvPicPr>
        <p:blipFill>
          <a:blip r:embed="rId2">
            <a:alphaModFix/>
          </a:blip>
          <a:stretch>
            <a:fillRect/>
          </a:stretch>
        </p:blipFill>
        <p:spPr>
          <a:xfrm>
            <a:off x="8199225" y="4810694"/>
            <a:ext cx="649802" cy="16857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of text">
  <p:cSld name="SECTION_HEADER_1">
    <p:spTree>
      <p:nvGrpSpPr>
        <p:cNvPr id="34" name="Shape 34"/>
        <p:cNvGrpSpPr/>
        <p:nvPr/>
      </p:nvGrpSpPr>
      <p:grpSpPr>
        <a:xfrm>
          <a:off x="0" y="0"/>
          <a:ext cx="0" cy="0"/>
          <a:chOff x="0" y="0"/>
          <a:chExt cx="0" cy="0"/>
        </a:xfrm>
      </p:grpSpPr>
      <p:sp>
        <p:nvSpPr>
          <p:cNvPr id="35" name="Google Shape;35;p8"/>
          <p:cNvSpPr txBox="1"/>
          <p:nvPr>
            <p:ph idx="1" type="subTitle"/>
          </p:nvPr>
        </p:nvSpPr>
        <p:spPr>
          <a:xfrm>
            <a:off x="577725" y="1478850"/>
            <a:ext cx="2346300" cy="2792100"/>
          </a:xfrm>
          <a:prstGeom prst="rect">
            <a:avLst/>
          </a:prstGeom>
          <a:noFill/>
          <a:ln>
            <a:noFill/>
          </a:ln>
        </p:spPr>
        <p:txBody>
          <a:bodyPr anchorCtr="0" anchor="t" bIns="91425" lIns="91425" spcFirstLastPara="1" rIns="91425" wrap="square" tIns="91425">
            <a:noAutofit/>
          </a:bodyPr>
          <a:lstStyle>
            <a:lvl1pPr lvl="0" rtl="0">
              <a:lnSpc>
                <a:spcPct val="115000"/>
              </a:lnSpc>
              <a:spcBef>
                <a:spcPts val="0"/>
              </a:spcBef>
              <a:spcAft>
                <a:spcPts val="0"/>
              </a:spcAft>
              <a:buNone/>
              <a:defRPr sz="1100">
                <a:solidFill>
                  <a:srgbClr val="444649"/>
                </a:solidFill>
                <a:latin typeface="Proxima Nova"/>
                <a:ea typeface="Proxima Nova"/>
                <a:cs typeface="Proxima Nova"/>
                <a:sym typeface="Proxima Nova"/>
              </a:defRPr>
            </a:lvl1pPr>
            <a:lvl2pPr lvl="1" rtl="0">
              <a:spcBef>
                <a:spcPts val="0"/>
              </a:spcBef>
              <a:spcAft>
                <a:spcPts val="0"/>
              </a:spcAft>
              <a:buNone/>
              <a:defRPr sz="1100"/>
            </a:lvl2pPr>
            <a:lvl3pPr lvl="2" rtl="0">
              <a:spcBef>
                <a:spcPts val="0"/>
              </a:spcBef>
              <a:spcAft>
                <a:spcPts val="0"/>
              </a:spcAft>
              <a:buNone/>
              <a:defRPr sz="1100"/>
            </a:lvl3pPr>
            <a:lvl4pPr lvl="3" rtl="0">
              <a:spcBef>
                <a:spcPts val="0"/>
              </a:spcBef>
              <a:spcAft>
                <a:spcPts val="0"/>
              </a:spcAft>
              <a:buNone/>
              <a:defRPr sz="1100"/>
            </a:lvl4pPr>
            <a:lvl5pPr lvl="4" rtl="0">
              <a:spcBef>
                <a:spcPts val="0"/>
              </a:spcBef>
              <a:spcAft>
                <a:spcPts val="0"/>
              </a:spcAft>
              <a:buNone/>
              <a:defRPr sz="1100"/>
            </a:lvl5pPr>
            <a:lvl6pPr lvl="5" rtl="0">
              <a:spcBef>
                <a:spcPts val="0"/>
              </a:spcBef>
              <a:spcAft>
                <a:spcPts val="0"/>
              </a:spcAft>
              <a:buNone/>
              <a:defRPr sz="1100"/>
            </a:lvl6pPr>
            <a:lvl7pPr lvl="6" rtl="0">
              <a:spcBef>
                <a:spcPts val="0"/>
              </a:spcBef>
              <a:spcAft>
                <a:spcPts val="0"/>
              </a:spcAft>
              <a:buNone/>
              <a:defRPr sz="1100"/>
            </a:lvl7pPr>
            <a:lvl8pPr lvl="7" rtl="0">
              <a:spcBef>
                <a:spcPts val="0"/>
              </a:spcBef>
              <a:spcAft>
                <a:spcPts val="0"/>
              </a:spcAft>
              <a:buNone/>
              <a:defRPr sz="1100"/>
            </a:lvl8pPr>
            <a:lvl9pPr lvl="8" rtl="0">
              <a:spcBef>
                <a:spcPts val="0"/>
              </a:spcBef>
              <a:spcAft>
                <a:spcPts val="0"/>
              </a:spcAft>
              <a:buNone/>
              <a:defRPr sz="1100"/>
            </a:lvl9pPr>
          </a:lstStyle>
          <a:p/>
        </p:txBody>
      </p:sp>
      <p:sp>
        <p:nvSpPr>
          <p:cNvPr id="36" name="Google Shape;36;p8"/>
          <p:cNvSpPr txBox="1"/>
          <p:nvPr>
            <p:ph idx="2" type="subTitle"/>
          </p:nvPr>
        </p:nvSpPr>
        <p:spPr>
          <a:xfrm>
            <a:off x="3398850" y="1478850"/>
            <a:ext cx="2346300" cy="2792100"/>
          </a:xfrm>
          <a:prstGeom prst="rect">
            <a:avLst/>
          </a:prstGeom>
          <a:noFill/>
          <a:ln>
            <a:noFill/>
          </a:ln>
        </p:spPr>
        <p:txBody>
          <a:bodyPr anchorCtr="0" anchor="t" bIns="91425" lIns="91425" spcFirstLastPara="1" rIns="91425" wrap="square" tIns="91425">
            <a:noAutofit/>
          </a:bodyPr>
          <a:lstStyle>
            <a:lvl1pPr lvl="0" rtl="0">
              <a:lnSpc>
                <a:spcPct val="115000"/>
              </a:lnSpc>
              <a:spcBef>
                <a:spcPts val="0"/>
              </a:spcBef>
              <a:spcAft>
                <a:spcPts val="0"/>
              </a:spcAft>
              <a:buNone/>
              <a:defRPr sz="1100">
                <a:solidFill>
                  <a:srgbClr val="444649"/>
                </a:solidFill>
                <a:latin typeface="Proxima Nova"/>
                <a:ea typeface="Proxima Nova"/>
                <a:cs typeface="Proxima Nova"/>
                <a:sym typeface="Proxima Nova"/>
              </a:defRPr>
            </a:lvl1pPr>
            <a:lvl2pPr lvl="1" rtl="0">
              <a:spcBef>
                <a:spcPts val="0"/>
              </a:spcBef>
              <a:spcAft>
                <a:spcPts val="0"/>
              </a:spcAft>
              <a:buNone/>
              <a:defRPr sz="1100"/>
            </a:lvl2pPr>
            <a:lvl3pPr lvl="2" rtl="0">
              <a:spcBef>
                <a:spcPts val="0"/>
              </a:spcBef>
              <a:spcAft>
                <a:spcPts val="0"/>
              </a:spcAft>
              <a:buNone/>
              <a:defRPr sz="1100"/>
            </a:lvl3pPr>
            <a:lvl4pPr lvl="3" rtl="0">
              <a:spcBef>
                <a:spcPts val="0"/>
              </a:spcBef>
              <a:spcAft>
                <a:spcPts val="0"/>
              </a:spcAft>
              <a:buNone/>
              <a:defRPr sz="1100"/>
            </a:lvl4pPr>
            <a:lvl5pPr lvl="4" rtl="0">
              <a:spcBef>
                <a:spcPts val="0"/>
              </a:spcBef>
              <a:spcAft>
                <a:spcPts val="0"/>
              </a:spcAft>
              <a:buNone/>
              <a:defRPr sz="1100"/>
            </a:lvl5pPr>
            <a:lvl6pPr lvl="5" rtl="0">
              <a:spcBef>
                <a:spcPts val="0"/>
              </a:spcBef>
              <a:spcAft>
                <a:spcPts val="0"/>
              </a:spcAft>
              <a:buNone/>
              <a:defRPr sz="1100"/>
            </a:lvl6pPr>
            <a:lvl7pPr lvl="6" rtl="0">
              <a:spcBef>
                <a:spcPts val="0"/>
              </a:spcBef>
              <a:spcAft>
                <a:spcPts val="0"/>
              </a:spcAft>
              <a:buNone/>
              <a:defRPr sz="1100"/>
            </a:lvl7pPr>
            <a:lvl8pPr lvl="7" rtl="0">
              <a:spcBef>
                <a:spcPts val="0"/>
              </a:spcBef>
              <a:spcAft>
                <a:spcPts val="0"/>
              </a:spcAft>
              <a:buNone/>
              <a:defRPr sz="1100"/>
            </a:lvl8pPr>
            <a:lvl9pPr lvl="8" rtl="0">
              <a:spcBef>
                <a:spcPts val="0"/>
              </a:spcBef>
              <a:spcAft>
                <a:spcPts val="0"/>
              </a:spcAft>
              <a:buNone/>
              <a:defRPr sz="1100"/>
            </a:lvl9pPr>
          </a:lstStyle>
          <a:p/>
        </p:txBody>
      </p:sp>
      <p:sp>
        <p:nvSpPr>
          <p:cNvPr id="37" name="Google Shape;37;p8"/>
          <p:cNvSpPr txBox="1"/>
          <p:nvPr>
            <p:ph idx="3" type="subTitle"/>
          </p:nvPr>
        </p:nvSpPr>
        <p:spPr>
          <a:xfrm>
            <a:off x="6093100" y="1478850"/>
            <a:ext cx="2346300" cy="2792100"/>
          </a:xfrm>
          <a:prstGeom prst="rect">
            <a:avLst/>
          </a:prstGeom>
          <a:noFill/>
          <a:ln>
            <a:noFill/>
          </a:ln>
        </p:spPr>
        <p:txBody>
          <a:bodyPr anchorCtr="0" anchor="t" bIns="91425" lIns="91425" spcFirstLastPara="1" rIns="91425" wrap="square" tIns="91425">
            <a:noAutofit/>
          </a:bodyPr>
          <a:lstStyle>
            <a:lvl1pPr lvl="0" rtl="0">
              <a:lnSpc>
                <a:spcPct val="115000"/>
              </a:lnSpc>
              <a:spcBef>
                <a:spcPts val="0"/>
              </a:spcBef>
              <a:spcAft>
                <a:spcPts val="0"/>
              </a:spcAft>
              <a:buNone/>
              <a:defRPr sz="1100">
                <a:solidFill>
                  <a:srgbClr val="444649"/>
                </a:solidFill>
                <a:latin typeface="Proxima Nova"/>
                <a:ea typeface="Proxima Nova"/>
                <a:cs typeface="Proxima Nova"/>
                <a:sym typeface="Proxima Nova"/>
              </a:defRPr>
            </a:lvl1pPr>
            <a:lvl2pPr lvl="1" rtl="0">
              <a:spcBef>
                <a:spcPts val="0"/>
              </a:spcBef>
              <a:spcAft>
                <a:spcPts val="0"/>
              </a:spcAft>
              <a:buNone/>
              <a:defRPr sz="1100"/>
            </a:lvl2pPr>
            <a:lvl3pPr lvl="2" rtl="0">
              <a:spcBef>
                <a:spcPts val="0"/>
              </a:spcBef>
              <a:spcAft>
                <a:spcPts val="0"/>
              </a:spcAft>
              <a:buNone/>
              <a:defRPr sz="1100"/>
            </a:lvl3pPr>
            <a:lvl4pPr lvl="3" rtl="0">
              <a:spcBef>
                <a:spcPts val="0"/>
              </a:spcBef>
              <a:spcAft>
                <a:spcPts val="0"/>
              </a:spcAft>
              <a:buNone/>
              <a:defRPr sz="1100"/>
            </a:lvl4pPr>
            <a:lvl5pPr lvl="4" rtl="0">
              <a:spcBef>
                <a:spcPts val="0"/>
              </a:spcBef>
              <a:spcAft>
                <a:spcPts val="0"/>
              </a:spcAft>
              <a:buNone/>
              <a:defRPr sz="1100"/>
            </a:lvl5pPr>
            <a:lvl6pPr lvl="5" rtl="0">
              <a:spcBef>
                <a:spcPts val="0"/>
              </a:spcBef>
              <a:spcAft>
                <a:spcPts val="0"/>
              </a:spcAft>
              <a:buNone/>
              <a:defRPr sz="1100"/>
            </a:lvl6pPr>
            <a:lvl7pPr lvl="6" rtl="0">
              <a:spcBef>
                <a:spcPts val="0"/>
              </a:spcBef>
              <a:spcAft>
                <a:spcPts val="0"/>
              </a:spcAft>
              <a:buNone/>
              <a:defRPr sz="1100"/>
            </a:lvl7pPr>
            <a:lvl8pPr lvl="7" rtl="0">
              <a:spcBef>
                <a:spcPts val="0"/>
              </a:spcBef>
              <a:spcAft>
                <a:spcPts val="0"/>
              </a:spcAft>
              <a:buNone/>
              <a:defRPr sz="1100"/>
            </a:lvl8pPr>
            <a:lvl9pPr lvl="8" rtl="0">
              <a:spcBef>
                <a:spcPts val="0"/>
              </a:spcBef>
              <a:spcAft>
                <a:spcPts val="0"/>
              </a:spcAft>
              <a:buNone/>
              <a:defRPr sz="1100"/>
            </a:lvl9pPr>
          </a:lstStyle>
          <a:p/>
        </p:txBody>
      </p:sp>
      <p:sp>
        <p:nvSpPr>
          <p:cNvPr id="38" name="Google Shape;38;p8"/>
          <p:cNvSpPr txBox="1"/>
          <p:nvPr>
            <p:ph type="title"/>
          </p:nvPr>
        </p:nvSpPr>
        <p:spPr>
          <a:xfrm>
            <a:off x="577725" y="460050"/>
            <a:ext cx="6481200" cy="9426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b="1" sz="3000">
                <a:solidFill>
                  <a:srgbClr val="444649"/>
                </a:solidFill>
                <a:latin typeface="Proxima Nova"/>
                <a:ea typeface="Proxima Nova"/>
                <a:cs typeface="Proxima Nova"/>
                <a:sym typeface="Proxima Nova"/>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9" name="Google Shape;39;p8"/>
          <p:cNvSpPr txBox="1"/>
          <p:nvPr/>
        </p:nvSpPr>
        <p:spPr>
          <a:xfrm>
            <a:off x="329300" y="4754425"/>
            <a:ext cx="331200" cy="28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en" sz="600">
                <a:solidFill>
                  <a:srgbClr val="777777"/>
                </a:solidFill>
                <a:latin typeface="Proxima Nova"/>
                <a:ea typeface="Proxima Nova"/>
                <a:cs typeface="Proxima Nova"/>
                <a:sym typeface="Proxima Nova"/>
              </a:rPr>
              <a:t>‹#›</a:t>
            </a:fld>
            <a:endParaRPr sz="600">
              <a:solidFill>
                <a:srgbClr val="777777"/>
              </a:solidFill>
              <a:latin typeface="Proxima Nova"/>
              <a:ea typeface="Proxima Nova"/>
              <a:cs typeface="Proxima Nova"/>
              <a:sym typeface="Proxima Nova"/>
            </a:endParaRPr>
          </a:p>
        </p:txBody>
      </p:sp>
      <p:pic>
        <p:nvPicPr>
          <p:cNvPr id="40" name="Google Shape;40;p8"/>
          <p:cNvPicPr preferRelativeResize="0"/>
          <p:nvPr/>
        </p:nvPicPr>
        <p:blipFill>
          <a:blip r:embed="rId2">
            <a:alphaModFix/>
          </a:blip>
          <a:stretch>
            <a:fillRect/>
          </a:stretch>
        </p:blipFill>
        <p:spPr>
          <a:xfrm>
            <a:off x="8199225" y="4810694"/>
            <a:ext cx="649802" cy="16857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of text">
  <p:cSld name="SECTION_HEADER_1_2">
    <p:spTree>
      <p:nvGrpSpPr>
        <p:cNvPr id="41" name="Shape 41"/>
        <p:cNvGrpSpPr/>
        <p:nvPr/>
      </p:nvGrpSpPr>
      <p:grpSpPr>
        <a:xfrm>
          <a:off x="0" y="0"/>
          <a:ext cx="0" cy="0"/>
          <a:chOff x="0" y="0"/>
          <a:chExt cx="0" cy="0"/>
        </a:xfrm>
      </p:grpSpPr>
      <p:sp>
        <p:nvSpPr>
          <p:cNvPr id="42" name="Google Shape;42;p9"/>
          <p:cNvSpPr txBox="1"/>
          <p:nvPr>
            <p:ph type="title"/>
          </p:nvPr>
        </p:nvSpPr>
        <p:spPr>
          <a:xfrm>
            <a:off x="577725" y="460050"/>
            <a:ext cx="6481200" cy="9426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b="1" sz="3000">
                <a:solidFill>
                  <a:srgbClr val="444649"/>
                </a:solidFill>
                <a:latin typeface="Proxima Nova"/>
                <a:ea typeface="Proxima Nova"/>
                <a:cs typeface="Proxima Nova"/>
                <a:sym typeface="Proxima Nova"/>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43" name="Google Shape;43;p9"/>
          <p:cNvSpPr txBox="1"/>
          <p:nvPr/>
        </p:nvSpPr>
        <p:spPr>
          <a:xfrm>
            <a:off x="329300" y="4754425"/>
            <a:ext cx="331200" cy="28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en" sz="600">
                <a:solidFill>
                  <a:srgbClr val="777777"/>
                </a:solidFill>
                <a:latin typeface="Proxima Nova"/>
                <a:ea typeface="Proxima Nova"/>
                <a:cs typeface="Proxima Nova"/>
                <a:sym typeface="Proxima Nova"/>
              </a:rPr>
              <a:t>‹#›</a:t>
            </a:fld>
            <a:endParaRPr sz="600">
              <a:solidFill>
                <a:srgbClr val="777777"/>
              </a:solidFill>
              <a:latin typeface="Proxima Nova"/>
              <a:ea typeface="Proxima Nova"/>
              <a:cs typeface="Proxima Nova"/>
              <a:sym typeface="Proxima Nova"/>
            </a:endParaRPr>
          </a:p>
        </p:txBody>
      </p:sp>
      <p:pic>
        <p:nvPicPr>
          <p:cNvPr id="44" name="Google Shape;44;p9"/>
          <p:cNvPicPr preferRelativeResize="0"/>
          <p:nvPr/>
        </p:nvPicPr>
        <p:blipFill>
          <a:blip r:embed="rId2">
            <a:alphaModFix/>
          </a:blip>
          <a:stretch>
            <a:fillRect/>
          </a:stretch>
        </p:blipFill>
        <p:spPr>
          <a:xfrm>
            <a:off x="8199225" y="4810694"/>
            <a:ext cx="649802" cy="168575"/>
          </a:xfrm>
          <a:prstGeom prst="rect">
            <a:avLst/>
          </a:prstGeom>
          <a:noFill/>
          <a:ln>
            <a:noFill/>
          </a:ln>
        </p:spPr>
      </p:pic>
      <p:sp>
        <p:nvSpPr>
          <p:cNvPr id="45" name="Google Shape;45;p9"/>
          <p:cNvSpPr txBox="1"/>
          <p:nvPr>
            <p:ph idx="1" type="subTitle"/>
          </p:nvPr>
        </p:nvSpPr>
        <p:spPr>
          <a:xfrm>
            <a:off x="4788800" y="1478850"/>
            <a:ext cx="3689400" cy="2792100"/>
          </a:xfrm>
          <a:prstGeom prst="rect">
            <a:avLst/>
          </a:prstGeom>
          <a:noFill/>
          <a:ln>
            <a:noFill/>
          </a:ln>
        </p:spPr>
        <p:txBody>
          <a:bodyPr anchorCtr="0" anchor="t" bIns="91425" lIns="91425" spcFirstLastPara="1" rIns="91425" wrap="square" tIns="91425">
            <a:noAutofit/>
          </a:bodyPr>
          <a:lstStyle>
            <a:lvl1pPr lvl="0" rtl="0">
              <a:lnSpc>
                <a:spcPct val="115000"/>
              </a:lnSpc>
              <a:spcBef>
                <a:spcPts val="0"/>
              </a:spcBef>
              <a:spcAft>
                <a:spcPts val="0"/>
              </a:spcAft>
              <a:buNone/>
              <a:defRPr sz="1100">
                <a:solidFill>
                  <a:srgbClr val="444649"/>
                </a:solidFill>
                <a:latin typeface="Proxima Nova"/>
                <a:ea typeface="Proxima Nova"/>
                <a:cs typeface="Proxima Nova"/>
                <a:sym typeface="Proxima Nova"/>
              </a:defRPr>
            </a:lvl1pPr>
            <a:lvl2pPr lvl="1" rtl="0">
              <a:spcBef>
                <a:spcPts val="0"/>
              </a:spcBef>
              <a:spcAft>
                <a:spcPts val="0"/>
              </a:spcAft>
              <a:buNone/>
              <a:defRPr sz="1100"/>
            </a:lvl2pPr>
            <a:lvl3pPr lvl="2" rtl="0">
              <a:spcBef>
                <a:spcPts val="0"/>
              </a:spcBef>
              <a:spcAft>
                <a:spcPts val="0"/>
              </a:spcAft>
              <a:buNone/>
              <a:defRPr sz="1100"/>
            </a:lvl3pPr>
            <a:lvl4pPr lvl="3" rtl="0">
              <a:spcBef>
                <a:spcPts val="0"/>
              </a:spcBef>
              <a:spcAft>
                <a:spcPts val="0"/>
              </a:spcAft>
              <a:buNone/>
              <a:defRPr sz="1100"/>
            </a:lvl4pPr>
            <a:lvl5pPr lvl="4" rtl="0">
              <a:spcBef>
                <a:spcPts val="0"/>
              </a:spcBef>
              <a:spcAft>
                <a:spcPts val="0"/>
              </a:spcAft>
              <a:buNone/>
              <a:defRPr sz="1100"/>
            </a:lvl5pPr>
            <a:lvl6pPr lvl="5" rtl="0">
              <a:spcBef>
                <a:spcPts val="0"/>
              </a:spcBef>
              <a:spcAft>
                <a:spcPts val="0"/>
              </a:spcAft>
              <a:buNone/>
              <a:defRPr sz="1100"/>
            </a:lvl6pPr>
            <a:lvl7pPr lvl="6" rtl="0">
              <a:spcBef>
                <a:spcPts val="0"/>
              </a:spcBef>
              <a:spcAft>
                <a:spcPts val="0"/>
              </a:spcAft>
              <a:buNone/>
              <a:defRPr sz="1100"/>
            </a:lvl7pPr>
            <a:lvl8pPr lvl="7" rtl="0">
              <a:spcBef>
                <a:spcPts val="0"/>
              </a:spcBef>
              <a:spcAft>
                <a:spcPts val="0"/>
              </a:spcAft>
              <a:buNone/>
              <a:defRPr sz="1100"/>
            </a:lvl8pPr>
            <a:lvl9pPr lvl="8" rtl="0">
              <a:spcBef>
                <a:spcPts val="0"/>
              </a:spcBef>
              <a:spcAft>
                <a:spcPts val="0"/>
              </a:spcAft>
              <a:buNone/>
              <a:defRPr sz="1100"/>
            </a:lvl9pPr>
          </a:lstStyle>
          <a:p/>
        </p:txBody>
      </p:sp>
      <p:sp>
        <p:nvSpPr>
          <p:cNvPr id="46" name="Google Shape;46;p9"/>
          <p:cNvSpPr txBox="1"/>
          <p:nvPr>
            <p:ph idx="2" type="subTitle"/>
          </p:nvPr>
        </p:nvSpPr>
        <p:spPr>
          <a:xfrm>
            <a:off x="577725" y="1478850"/>
            <a:ext cx="3689400" cy="2792100"/>
          </a:xfrm>
          <a:prstGeom prst="rect">
            <a:avLst/>
          </a:prstGeom>
          <a:noFill/>
          <a:ln>
            <a:noFill/>
          </a:ln>
        </p:spPr>
        <p:txBody>
          <a:bodyPr anchorCtr="0" anchor="t" bIns="91425" lIns="91425" spcFirstLastPara="1" rIns="91425" wrap="square" tIns="91425">
            <a:noAutofit/>
          </a:bodyPr>
          <a:lstStyle>
            <a:lvl1pPr lvl="0" rtl="0">
              <a:lnSpc>
                <a:spcPct val="115000"/>
              </a:lnSpc>
              <a:spcBef>
                <a:spcPts val="0"/>
              </a:spcBef>
              <a:spcAft>
                <a:spcPts val="0"/>
              </a:spcAft>
              <a:buNone/>
              <a:defRPr sz="1100">
                <a:solidFill>
                  <a:srgbClr val="444649"/>
                </a:solidFill>
                <a:latin typeface="Proxima Nova"/>
                <a:ea typeface="Proxima Nova"/>
                <a:cs typeface="Proxima Nova"/>
                <a:sym typeface="Proxima Nova"/>
              </a:defRPr>
            </a:lvl1pPr>
            <a:lvl2pPr lvl="1" rtl="0">
              <a:spcBef>
                <a:spcPts val="0"/>
              </a:spcBef>
              <a:spcAft>
                <a:spcPts val="0"/>
              </a:spcAft>
              <a:buNone/>
              <a:defRPr sz="1100"/>
            </a:lvl2pPr>
            <a:lvl3pPr lvl="2" rtl="0">
              <a:spcBef>
                <a:spcPts val="0"/>
              </a:spcBef>
              <a:spcAft>
                <a:spcPts val="0"/>
              </a:spcAft>
              <a:buNone/>
              <a:defRPr sz="1100"/>
            </a:lvl3pPr>
            <a:lvl4pPr lvl="3" rtl="0">
              <a:spcBef>
                <a:spcPts val="0"/>
              </a:spcBef>
              <a:spcAft>
                <a:spcPts val="0"/>
              </a:spcAft>
              <a:buNone/>
              <a:defRPr sz="1100"/>
            </a:lvl4pPr>
            <a:lvl5pPr lvl="4" rtl="0">
              <a:spcBef>
                <a:spcPts val="0"/>
              </a:spcBef>
              <a:spcAft>
                <a:spcPts val="0"/>
              </a:spcAft>
              <a:buNone/>
              <a:defRPr sz="1100"/>
            </a:lvl5pPr>
            <a:lvl6pPr lvl="5" rtl="0">
              <a:spcBef>
                <a:spcPts val="0"/>
              </a:spcBef>
              <a:spcAft>
                <a:spcPts val="0"/>
              </a:spcAft>
              <a:buNone/>
              <a:defRPr sz="1100"/>
            </a:lvl6pPr>
            <a:lvl7pPr lvl="6" rtl="0">
              <a:spcBef>
                <a:spcPts val="0"/>
              </a:spcBef>
              <a:spcAft>
                <a:spcPts val="0"/>
              </a:spcAft>
              <a:buNone/>
              <a:defRPr sz="1100"/>
            </a:lvl7pPr>
            <a:lvl8pPr lvl="7" rtl="0">
              <a:spcBef>
                <a:spcPts val="0"/>
              </a:spcBef>
              <a:spcAft>
                <a:spcPts val="0"/>
              </a:spcAft>
              <a:buNone/>
              <a:defRPr sz="1100"/>
            </a:lvl8pPr>
            <a:lvl9pPr lvl="8" rtl="0">
              <a:spcBef>
                <a:spcPts val="0"/>
              </a:spcBef>
              <a:spcAft>
                <a:spcPts val="0"/>
              </a:spcAft>
              <a:buNone/>
              <a:defRPr sz="11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of text, centered title">
  <p:cSld name="SECTION_HEADER_1_3">
    <p:spTree>
      <p:nvGrpSpPr>
        <p:cNvPr id="47" name="Shape 47"/>
        <p:cNvGrpSpPr/>
        <p:nvPr/>
      </p:nvGrpSpPr>
      <p:grpSpPr>
        <a:xfrm>
          <a:off x="0" y="0"/>
          <a:ext cx="0" cy="0"/>
          <a:chOff x="0" y="0"/>
          <a:chExt cx="0" cy="0"/>
        </a:xfrm>
      </p:grpSpPr>
      <p:sp>
        <p:nvSpPr>
          <p:cNvPr id="48" name="Google Shape;48;p10"/>
          <p:cNvSpPr txBox="1"/>
          <p:nvPr>
            <p:ph idx="1" type="subTitle"/>
          </p:nvPr>
        </p:nvSpPr>
        <p:spPr>
          <a:xfrm>
            <a:off x="577725" y="1478850"/>
            <a:ext cx="2346300" cy="2792100"/>
          </a:xfrm>
          <a:prstGeom prst="rect">
            <a:avLst/>
          </a:prstGeom>
          <a:noFill/>
          <a:ln>
            <a:noFill/>
          </a:ln>
        </p:spPr>
        <p:txBody>
          <a:bodyPr anchorCtr="0" anchor="t" bIns="91425" lIns="91425" spcFirstLastPara="1" rIns="91425" wrap="square" tIns="91425">
            <a:noAutofit/>
          </a:bodyPr>
          <a:lstStyle>
            <a:lvl1pPr lvl="0" rtl="0">
              <a:lnSpc>
                <a:spcPct val="115000"/>
              </a:lnSpc>
              <a:spcBef>
                <a:spcPts val="0"/>
              </a:spcBef>
              <a:spcAft>
                <a:spcPts val="0"/>
              </a:spcAft>
              <a:buNone/>
              <a:defRPr sz="1100">
                <a:solidFill>
                  <a:srgbClr val="444649"/>
                </a:solidFill>
                <a:latin typeface="Proxima Nova"/>
                <a:ea typeface="Proxima Nova"/>
                <a:cs typeface="Proxima Nova"/>
                <a:sym typeface="Proxima Nova"/>
              </a:defRPr>
            </a:lvl1pPr>
            <a:lvl2pPr lvl="1" rtl="0">
              <a:spcBef>
                <a:spcPts val="0"/>
              </a:spcBef>
              <a:spcAft>
                <a:spcPts val="0"/>
              </a:spcAft>
              <a:buNone/>
              <a:defRPr sz="1100"/>
            </a:lvl2pPr>
            <a:lvl3pPr lvl="2" rtl="0">
              <a:spcBef>
                <a:spcPts val="0"/>
              </a:spcBef>
              <a:spcAft>
                <a:spcPts val="0"/>
              </a:spcAft>
              <a:buNone/>
              <a:defRPr sz="1100"/>
            </a:lvl3pPr>
            <a:lvl4pPr lvl="3" rtl="0">
              <a:spcBef>
                <a:spcPts val="0"/>
              </a:spcBef>
              <a:spcAft>
                <a:spcPts val="0"/>
              </a:spcAft>
              <a:buNone/>
              <a:defRPr sz="1100"/>
            </a:lvl4pPr>
            <a:lvl5pPr lvl="4" rtl="0">
              <a:spcBef>
                <a:spcPts val="0"/>
              </a:spcBef>
              <a:spcAft>
                <a:spcPts val="0"/>
              </a:spcAft>
              <a:buNone/>
              <a:defRPr sz="1100"/>
            </a:lvl5pPr>
            <a:lvl6pPr lvl="5" rtl="0">
              <a:spcBef>
                <a:spcPts val="0"/>
              </a:spcBef>
              <a:spcAft>
                <a:spcPts val="0"/>
              </a:spcAft>
              <a:buNone/>
              <a:defRPr sz="1100"/>
            </a:lvl6pPr>
            <a:lvl7pPr lvl="6" rtl="0">
              <a:spcBef>
                <a:spcPts val="0"/>
              </a:spcBef>
              <a:spcAft>
                <a:spcPts val="0"/>
              </a:spcAft>
              <a:buNone/>
              <a:defRPr sz="1100"/>
            </a:lvl7pPr>
            <a:lvl8pPr lvl="7" rtl="0">
              <a:spcBef>
                <a:spcPts val="0"/>
              </a:spcBef>
              <a:spcAft>
                <a:spcPts val="0"/>
              </a:spcAft>
              <a:buNone/>
              <a:defRPr sz="1100"/>
            </a:lvl8pPr>
            <a:lvl9pPr lvl="8" rtl="0">
              <a:spcBef>
                <a:spcPts val="0"/>
              </a:spcBef>
              <a:spcAft>
                <a:spcPts val="0"/>
              </a:spcAft>
              <a:buNone/>
              <a:defRPr sz="1100"/>
            </a:lvl9pPr>
          </a:lstStyle>
          <a:p/>
        </p:txBody>
      </p:sp>
      <p:sp>
        <p:nvSpPr>
          <p:cNvPr id="49" name="Google Shape;49;p10"/>
          <p:cNvSpPr txBox="1"/>
          <p:nvPr>
            <p:ph idx="2" type="subTitle"/>
          </p:nvPr>
        </p:nvSpPr>
        <p:spPr>
          <a:xfrm>
            <a:off x="3398850" y="1478850"/>
            <a:ext cx="2346300" cy="2792100"/>
          </a:xfrm>
          <a:prstGeom prst="rect">
            <a:avLst/>
          </a:prstGeom>
          <a:noFill/>
          <a:ln>
            <a:noFill/>
          </a:ln>
        </p:spPr>
        <p:txBody>
          <a:bodyPr anchorCtr="0" anchor="t" bIns="91425" lIns="91425" spcFirstLastPara="1" rIns="91425" wrap="square" tIns="91425">
            <a:noAutofit/>
          </a:bodyPr>
          <a:lstStyle>
            <a:lvl1pPr lvl="0" rtl="0">
              <a:lnSpc>
                <a:spcPct val="115000"/>
              </a:lnSpc>
              <a:spcBef>
                <a:spcPts val="0"/>
              </a:spcBef>
              <a:spcAft>
                <a:spcPts val="0"/>
              </a:spcAft>
              <a:buNone/>
              <a:defRPr sz="1100">
                <a:solidFill>
                  <a:srgbClr val="444649"/>
                </a:solidFill>
                <a:latin typeface="Proxima Nova"/>
                <a:ea typeface="Proxima Nova"/>
                <a:cs typeface="Proxima Nova"/>
                <a:sym typeface="Proxima Nova"/>
              </a:defRPr>
            </a:lvl1pPr>
            <a:lvl2pPr lvl="1" rtl="0">
              <a:spcBef>
                <a:spcPts val="0"/>
              </a:spcBef>
              <a:spcAft>
                <a:spcPts val="0"/>
              </a:spcAft>
              <a:buNone/>
              <a:defRPr sz="1100"/>
            </a:lvl2pPr>
            <a:lvl3pPr lvl="2" rtl="0">
              <a:spcBef>
                <a:spcPts val="0"/>
              </a:spcBef>
              <a:spcAft>
                <a:spcPts val="0"/>
              </a:spcAft>
              <a:buNone/>
              <a:defRPr sz="1100"/>
            </a:lvl3pPr>
            <a:lvl4pPr lvl="3" rtl="0">
              <a:spcBef>
                <a:spcPts val="0"/>
              </a:spcBef>
              <a:spcAft>
                <a:spcPts val="0"/>
              </a:spcAft>
              <a:buNone/>
              <a:defRPr sz="1100"/>
            </a:lvl4pPr>
            <a:lvl5pPr lvl="4" rtl="0">
              <a:spcBef>
                <a:spcPts val="0"/>
              </a:spcBef>
              <a:spcAft>
                <a:spcPts val="0"/>
              </a:spcAft>
              <a:buNone/>
              <a:defRPr sz="1100"/>
            </a:lvl5pPr>
            <a:lvl6pPr lvl="5" rtl="0">
              <a:spcBef>
                <a:spcPts val="0"/>
              </a:spcBef>
              <a:spcAft>
                <a:spcPts val="0"/>
              </a:spcAft>
              <a:buNone/>
              <a:defRPr sz="1100"/>
            </a:lvl6pPr>
            <a:lvl7pPr lvl="6" rtl="0">
              <a:spcBef>
                <a:spcPts val="0"/>
              </a:spcBef>
              <a:spcAft>
                <a:spcPts val="0"/>
              </a:spcAft>
              <a:buNone/>
              <a:defRPr sz="1100"/>
            </a:lvl7pPr>
            <a:lvl8pPr lvl="7" rtl="0">
              <a:spcBef>
                <a:spcPts val="0"/>
              </a:spcBef>
              <a:spcAft>
                <a:spcPts val="0"/>
              </a:spcAft>
              <a:buNone/>
              <a:defRPr sz="1100"/>
            </a:lvl8pPr>
            <a:lvl9pPr lvl="8" rtl="0">
              <a:spcBef>
                <a:spcPts val="0"/>
              </a:spcBef>
              <a:spcAft>
                <a:spcPts val="0"/>
              </a:spcAft>
              <a:buNone/>
              <a:defRPr sz="1100"/>
            </a:lvl9pPr>
          </a:lstStyle>
          <a:p/>
        </p:txBody>
      </p:sp>
      <p:sp>
        <p:nvSpPr>
          <p:cNvPr id="50" name="Google Shape;50;p10"/>
          <p:cNvSpPr txBox="1"/>
          <p:nvPr>
            <p:ph idx="3" type="subTitle"/>
          </p:nvPr>
        </p:nvSpPr>
        <p:spPr>
          <a:xfrm>
            <a:off x="6093100" y="1478850"/>
            <a:ext cx="2346300" cy="2792100"/>
          </a:xfrm>
          <a:prstGeom prst="rect">
            <a:avLst/>
          </a:prstGeom>
          <a:noFill/>
          <a:ln>
            <a:noFill/>
          </a:ln>
        </p:spPr>
        <p:txBody>
          <a:bodyPr anchorCtr="0" anchor="t" bIns="91425" lIns="91425" spcFirstLastPara="1" rIns="91425" wrap="square" tIns="91425">
            <a:noAutofit/>
          </a:bodyPr>
          <a:lstStyle>
            <a:lvl1pPr lvl="0" rtl="0">
              <a:lnSpc>
                <a:spcPct val="115000"/>
              </a:lnSpc>
              <a:spcBef>
                <a:spcPts val="0"/>
              </a:spcBef>
              <a:spcAft>
                <a:spcPts val="0"/>
              </a:spcAft>
              <a:buNone/>
              <a:defRPr sz="1100">
                <a:solidFill>
                  <a:srgbClr val="444649"/>
                </a:solidFill>
                <a:latin typeface="Proxima Nova"/>
                <a:ea typeface="Proxima Nova"/>
                <a:cs typeface="Proxima Nova"/>
                <a:sym typeface="Proxima Nova"/>
              </a:defRPr>
            </a:lvl1pPr>
            <a:lvl2pPr lvl="1" rtl="0">
              <a:spcBef>
                <a:spcPts val="0"/>
              </a:spcBef>
              <a:spcAft>
                <a:spcPts val="0"/>
              </a:spcAft>
              <a:buNone/>
              <a:defRPr sz="1100"/>
            </a:lvl2pPr>
            <a:lvl3pPr lvl="2" rtl="0">
              <a:spcBef>
                <a:spcPts val="0"/>
              </a:spcBef>
              <a:spcAft>
                <a:spcPts val="0"/>
              </a:spcAft>
              <a:buNone/>
              <a:defRPr sz="1100"/>
            </a:lvl3pPr>
            <a:lvl4pPr lvl="3" rtl="0">
              <a:spcBef>
                <a:spcPts val="0"/>
              </a:spcBef>
              <a:spcAft>
                <a:spcPts val="0"/>
              </a:spcAft>
              <a:buNone/>
              <a:defRPr sz="1100"/>
            </a:lvl4pPr>
            <a:lvl5pPr lvl="4" rtl="0">
              <a:spcBef>
                <a:spcPts val="0"/>
              </a:spcBef>
              <a:spcAft>
                <a:spcPts val="0"/>
              </a:spcAft>
              <a:buNone/>
              <a:defRPr sz="1100"/>
            </a:lvl5pPr>
            <a:lvl6pPr lvl="5" rtl="0">
              <a:spcBef>
                <a:spcPts val="0"/>
              </a:spcBef>
              <a:spcAft>
                <a:spcPts val="0"/>
              </a:spcAft>
              <a:buNone/>
              <a:defRPr sz="1100"/>
            </a:lvl6pPr>
            <a:lvl7pPr lvl="6" rtl="0">
              <a:spcBef>
                <a:spcPts val="0"/>
              </a:spcBef>
              <a:spcAft>
                <a:spcPts val="0"/>
              </a:spcAft>
              <a:buNone/>
              <a:defRPr sz="1100"/>
            </a:lvl7pPr>
            <a:lvl8pPr lvl="7" rtl="0">
              <a:spcBef>
                <a:spcPts val="0"/>
              </a:spcBef>
              <a:spcAft>
                <a:spcPts val="0"/>
              </a:spcAft>
              <a:buNone/>
              <a:defRPr sz="1100"/>
            </a:lvl8pPr>
            <a:lvl9pPr lvl="8" rtl="0">
              <a:spcBef>
                <a:spcPts val="0"/>
              </a:spcBef>
              <a:spcAft>
                <a:spcPts val="0"/>
              </a:spcAft>
              <a:buNone/>
              <a:defRPr sz="1100"/>
            </a:lvl9pPr>
          </a:lstStyle>
          <a:p/>
        </p:txBody>
      </p:sp>
      <p:sp>
        <p:nvSpPr>
          <p:cNvPr id="51" name="Google Shape;51;p10"/>
          <p:cNvSpPr txBox="1"/>
          <p:nvPr>
            <p:ph type="title"/>
          </p:nvPr>
        </p:nvSpPr>
        <p:spPr>
          <a:xfrm>
            <a:off x="641100" y="460050"/>
            <a:ext cx="7861800" cy="9426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b="1" sz="3000">
                <a:solidFill>
                  <a:srgbClr val="444649"/>
                </a:solidFill>
                <a:latin typeface="Proxima Nova"/>
                <a:ea typeface="Proxima Nova"/>
                <a:cs typeface="Proxima Nova"/>
                <a:sym typeface="Proxima Nova"/>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52" name="Google Shape;52;p10"/>
          <p:cNvSpPr txBox="1"/>
          <p:nvPr/>
        </p:nvSpPr>
        <p:spPr>
          <a:xfrm>
            <a:off x="329300" y="4754425"/>
            <a:ext cx="331200" cy="28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en" sz="600">
                <a:solidFill>
                  <a:srgbClr val="777777"/>
                </a:solidFill>
                <a:latin typeface="Proxima Nova"/>
                <a:ea typeface="Proxima Nova"/>
                <a:cs typeface="Proxima Nova"/>
                <a:sym typeface="Proxima Nova"/>
              </a:rPr>
              <a:t>‹#›</a:t>
            </a:fld>
            <a:endParaRPr sz="600">
              <a:solidFill>
                <a:srgbClr val="777777"/>
              </a:solidFill>
              <a:latin typeface="Proxima Nova"/>
              <a:ea typeface="Proxima Nova"/>
              <a:cs typeface="Proxima Nova"/>
              <a:sym typeface="Proxima Nova"/>
            </a:endParaRPr>
          </a:p>
        </p:txBody>
      </p:sp>
      <p:pic>
        <p:nvPicPr>
          <p:cNvPr id="53" name="Google Shape;53;p10"/>
          <p:cNvPicPr preferRelativeResize="0"/>
          <p:nvPr/>
        </p:nvPicPr>
        <p:blipFill>
          <a:blip r:embed="rId2">
            <a:alphaModFix/>
          </a:blip>
          <a:stretch>
            <a:fillRect/>
          </a:stretch>
        </p:blipFill>
        <p:spPr>
          <a:xfrm>
            <a:off x="8199225" y="4810694"/>
            <a:ext cx="649802" cy="16857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of text, centered title">
  <p:cSld name="SECTION_HEADER_1_2_1">
    <p:spTree>
      <p:nvGrpSpPr>
        <p:cNvPr id="54" name="Shape 54"/>
        <p:cNvGrpSpPr/>
        <p:nvPr/>
      </p:nvGrpSpPr>
      <p:grpSpPr>
        <a:xfrm>
          <a:off x="0" y="0"/>
          <a:ext cx="0" cy="0"/>
          <a:chOff x="0" y="0"/>
          <a:chExt cx="0" cy="0"/>
        </a:xfrm>
      </p:grpSpPr>
      <p:sp>
        <p:nvSpPr>
          <p:cNvPr id="55" name="Google Shape;55;p11"/>
          <p:cNvSpPr txBox="1"/>
          <p:nvPr/>
        </p:nvSpPr>
        <p:spPr>
          <a:xfrm>
            <a:off x="329300" y="4754425"/>
            <a:ext cx="331200" cy="28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en" sz="600">
                <a:solidFill>
                  <a:srgbClr val="777777"/>
                </a:solidFill>
                <a:latin typeface="Proxima Nova"/>
                <a:ea typeface="Proxima Nova"/>
                <a:cs typeface="Proxima Nova"/>
                <a:sym typeface="Proxima Nova"/>
              </a:rPr>
              <a:t>‹#›</a:t>
            </a:fld>
            <a:endParaRPr sz="600">
              <a:solidFill>
                <a:srgbClr val="777777"/>
              </a:solidFill>
              <a:latin typeface="Proxima Nova"/>
              <a:ea typeface="Proxima Nova"/>
              <a:cs typeface="Proxima Nova"/>
              <a:sym typeface="Proxima Nova"/>
            </a:endParaRPr>
          </a:p>
        </p:txBody>
      </p:sp>
      <p:pic>
        <p:nvPicPr>
          <p:cNvPr id="56" name="Google Shape;56;p11"/>
          <p:cNvPicPr preferRelativeResize="0"/>
          <p:nvPr/>
        </p:nvPicPr>
        <p:blipFill>
          <a:blip r:embed="rId2">
            <a:alphaModFix/>
          </a:blip>
          <a:stretch>
            <a:fillRect/>
          </a:stretch>
        </p:blipFill>
        <p:spPr>
          <a:xfrm>
            <a:off x="8199225" y="4810694"/>
            <a:ext cx="649802" cy="168575"/>
          </a:xfrm>
          <a:prstGeom prst="rect">
            <a:avLst/>
          </a:prstGeom>
          <a:noFill/>
          <a:ln>
            <a:noFill/>
          </a:ln>
        </p:spPr>
      </p:pic>
      <p:sp>
        <p:nvSpPr>
          <p:cNvPr id="57" name="Google Shape;57;p11"/>
          <p:cNvSpPr txBox="1"/>
          <p:nvPr>
            <p:ph idx="1" type="subTitle"/>
          </p:nvPr>
        </p:nvSpPr>
        <p:spPr>
          <a:xfrm>
            <a:off x="4788800" y="1478850"/>
            <a:ext cx="3689400" cy="2792100"/>
          </a:xfrm>
          <a:prstGeom prst="rect">
            <a:avLst/>
          </a:prstGeom>
          <a:noFill/>
          <a:ln>
            <a:noFill/>
          </a:ln>
        </p:spPr>
        <p:txBody>
          <a:bodyPr anchorCtr="0" anchor="t" bIns="91425" lIns="91425" spcFirstLastPara="1" rIns="91425" wrap="square" tIns="91425">
            <a:noAutofit/>
          </a:bodyPr>
          <a:lstStyle>
            <a:lvl1pPr lvl="0" rtl="0">
              <a:lnSpc>
                <a:spcPct val="115000"/>
              </a:lnSpc>
              <a:spcBef>
                <a:spcPts val="0"/>
              </a:spcBef>
              <a:spcAft>
                <a:spcPts val="0"/>
              </a:spcAft>
              <a:buNone/>
              <a:defRPr sz="1100">
                <a:solidFill>
                  <a:srgbClr val="444649"/>
                </a:solidFill>
                <a:latin typeface="Proxima Nova"/>
                <a:ea typeface="Proxima Nova"/>
                <a:cs typeface="Proxima Nova"/>
                <a:sym typeface="Proxima Nova"/>
              </a:defRPr>
            </a:lvl1pPr>
            <a:lvl2pPr lvl="1" rtl="0">
              <a:spcBef>
                <a:spcPts val="0"/>
              </a:spcBef>
              <a:spcAft>
                <a:spcPts val="0"/>
              </a:spcAft>
              <a:buNone/>
              <a:defRPr sz="1100"/>
            </a:lvl2pPr>
            <a:lvl3pPr lvl="2" rtl="0">
              <a:spcBef>
                <a:spcPts val="0"/>
              </a:spcBef>
              <a:spcAft>
                <a:spcPts val="0"/>
              </a:spcAft>
              <a:buNone/>
              <a:defRPr sz="1100"/>
            </a:lvl3pPr>
            <a:lvl4pPr lvl="3" rtl="0">
              <a:spcBef>
                <a:spcPts val="0"/>
              </a:spcBef>
              <a:spcAft>
                <a:spcPts val="0"/>
              </a:spcAft>
              <a:buNone/>
              <a:defRPr sz="1100"/>
            </a:lvl4pPr>
            <a:lvl5pPr lvl="4" rtl="0">
              <a:spcBef>
                <a:spcPts val="0"/>
              </a:spcBef>
              <a:spcAft>
                <a:spcPts val="0"/>
              </a:spcAft>
              <a:buNone/>
              <a:defRPr sz="1100"/>
            </a:lvl5pPr>
            <a:lvl6pPr lvl="5" rtl="0">
              <a:spcBef>
                <a:spcPts val="0"/>
              </a:spcBef>
              <a:spcAft>
                <a:spcPts val="0"/>
              </a:spcAft>
              <a:buNone/>
              <a:defRPr sz="1100"/>
            </a:lvl6pPr>
            <a:lvl7pPr lvl="6" rtl="0">
              <a:spcBef>
                <a:spcPts val="0"/>
              </a:spcBef>
              <a:spcAft>
                <a:spcPts val="0"/>
              </a:spcAft>
              <a:buNone/>
              <a:defRPr sz="1100"/>
            </a:lvl7pPr>
            <a:lvl8pPr lvl="7" rtl="0">
              <a:spcBef>
                <a:spcPts val="0"/>
              </a:spcBef>
              <a:spcAft>
                <a:spcPts val="0"/>
              </a:spcAft>
              <a:buNone/>
              <a:defRPr sz="1100"/>
            </a:lvl8pPr>
            <a:lvl9pPr lvl="8" rtl="0">
              <a:spcBef>
                <a:spcPts val="0"/>
              </a:spcBef>
              <a:spcAft>
                <a:spcPts val="0"/>
              </a:spcAft>
              <a:buNone/>
              <a:defRPr sz="1100"/>
            </a:lvl9pPr>
          </a:lstStyle>
          <a:p/>
        </p:txBody>
      </p:sp>
      <p:sp>
        <p:nvSpPr>
          <p:cNvPr id="58" name="Google Shape;58;p11"/>
          <p:cNvSpPr txBox="1"/>
          <p:nvPr>
            <p:ph idx="2" type="subTitle"/>
          </p:nvPr>
        </p:nvSpPr>
        <p:spPr>
          <a:xfrm>
            <a:off x="577725" y="1478850"/>
            <a:ext cx="3689400" cy="2792100"/>
          </a:xfrm>
          <a:prstGeom prst="rect">
            <a:avLst/>
          </a:prstGeom>
          <a:noFill/>
          <a:ln>
            <a:noFill/>
          </a:ln>
        </p:spPr>
        <p:txBody>
          <a:bodyPr anchorCtr="0" anchor="t" bIns="91425" lIns="91425" spcFirstLastPara="1" rIns="91425" wrap="square" tIns="91425">
            <a:noAutofit/>
          </a:bodyPr>
          <a:lstStyle>
            <a:lvl1pPr lvl="0" rtl="0">
              <a:lnSpc>
                <a:spcPct val="115000"/>
              </a:lnSpc>
              <a:spcBef>
                <a:spcPts val="0"/>
              </a:spcBef>
              <a:spcAft>
                <a:spcPts val="0"/>
              </a:spcAft>
              <a:buNone/>
              <a:defRPr sz="1100">
                <a:solidFill>
                  <a:srgbClr val="444649"/>
                </a:solidFill>
                <a:latin typeface="Proxima Nova"/>
                <a:ea typeface="Proxima Nova"/>
                <a:cs typeface="Proxima Nova"/>
                <a:sym typeface="Proxima Nova"/>
              </a:defRPr>
            </a:lvl1pPr>
            <a:lvl2pPr lvl="1" rtl="0">
              <a:spcBef>
                <a:spcPts val="0"/>
              </a:spcBef>
              <a:spcAft>
                <a:spcPts val="0"/>
              </a:spcAft>
              <a:buNone/>
              <a:defRPr sz="1100"/>
            </a:lvl2pPr>
            <a:lvl3pPr lvl="2" rtl="0">
              <a:spcBef>
                <a:spcPts val="0"/>
              </a:spcBef>
              <a:spcAft>
                <a:spcPts val="0"/>
              </a:spcAft>
              <a:buNone/>
              <a:defRPr sz="1100"/>
            </a:lvl3pPr>
            <a:lvl4pPr lvl="3" rtl="0">
              <a:spcBef>
                <a:spcPts val="0"/>
              </a:spcBef>
              <a:spcAft>
                <a:spcPts val="0"/>
              </a:spcAft>
              <a:buNone/>
              <a:defRPr sz="1100"/>
            </a:lvl4pPr>
            <a:lvl5pPr lvl="4" rtl="0">
              <a:spcBef>
                <a:spcPts val="0"/>
              </a:spcBef>
              <a:spcAft>
                <a:spcPts val="0"/>
              </a:spcAft>
              <a:buNone/>
              <a:defRPr sz="1100"/>
            </a:lvl5pPr>
            <a:lvl6pPr lvl="5" rtl="0">
              <a:spcBef>
                <a:spcPts val="0"/>
              </a:spcBef>
              <a:spcAft>
                <a:spcPts val="0"/>
              </a:spcAft>
              <a:buNone/>
              <a:defRPr sz="1100"/>
            </a:lvl6pPr>
            <a:lvl7pPr lvl="6" rtl="0">
              <a:spcBef>
                <a:spcPts val="0"/>
              </a:spcBef>
              <a:spcAft>
                <a:spcPts val="0"/>
              </a:spcAft>
              <a:buNone/>
              <a:defRPr sz="1100"/>
            </a:lvl7pPr>
            <a:lvl8pPr lvl="7" rtl="0">
              <a:spcBef>
                <a:spcPts val="0"/>
              </a:spcBef>
              <a:spcAft>
                <a:spcPts val="0"/>
              </a:spcAft>
              <a:buNone/>
              <a:defRPr sz="1100"/>
            </a:lvl8pPr>
            <a:lvl9pPr lvl="8" rtl="0">
              <a:spcBef>
                <a:spcPts val="0"/>
              </a:spcBef>
              <a:spcAft>
                <a:spcPts val="0"/>
              </a:spcAft>
              <a:buNone/>
              <a:defRPr sz="1100"/>
            </a:lvl9pPr>
          </a:lstStyle>
          <a:p/>
        </p:txBody>
      </p:sp>
      <p:sp>
        <p:nvSpPr>
          <p:cNvPr id="59" name="Google Shape;59;p11"/>
          <p:cNvSpPr txBox="1"/>
          <p:nvPr>
            <p:ph type="title"/>
          </p:nvPr>
        </p:nvSpPr>
        <p:spPr>
          <a:xfrm>
            <a:off x="641100" y="460050"/>
            <a:ext cx="7861800" cy="9426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None/>
              <a:defRPr b="1" sz="3000">
                <a:solidFill>
                  <a:srgbClr val="444649"/>
                </a:solidFill>
                <a:latin typeface="Proxima Nova"/>
                <a:ea typeface="Proxima Nova"/>
                <a:cs typeface="Proxima Nova"/>
                <a:sym typeface="Proxima Nova"/>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with photo">
  <p:cSld name="SECTION_HEADER_1_1">
    <p:spTree>
      <p:nvGrpSpPr>
        <p:cNvPr id="60" name="Shape 60"/>
        <p:cNvGrpSpPr/>
        <p:nvPr/>
      </p:nvGrpSpPr>
      <p:grpSpPr>
        <a:xfrm>
          <a:off x="0" y="0"/>
          <a:ext cx="0" cy="0"/>
          <a:chOff x="0" y="0"/>
          <a:chExt cx="0" cy="0"/>
        </a:xfrm>
      </p:grpSpPr>
      <p:sp>
        <p:nvSpPr>
          <p:cNvPr id="61" name="Google Shape;61;p12"/>
          <p:cNvSpPr txBox="1"/>
          <p:nvPr>
            <p:ph idx="1" type="subTitle"/>
          </p:nvPr>
        </p:nvSpPr>
        <p:spPr>
          <a:xfrm>
            <a:off x="4362975" y="1630700"/>
            <a:ext cx="4064100" cy="2792100"/>
          </a:xfrm>
          <a:prstGeom prst="rect">
            <a:avLst/>
          </a:prstGeom>
          <a:noFill/>
          <a:ln>
            <a:noFill/>
          </a:ln>
        </p:spPr>
        <p:txBody>
          <a:bodyPr anchorCtr="0" anchor="t" bIns="91425" lIns="91425" spcFirstLastPara="1" rIns="91425" wrap="square" tIns="91425">
            <a:noAutofit/>
          </a:bodyPr>
          <a:lstStyle>
            <a:lvl1pPr lvl="0" rtl="0">
              <a:lnSpc>
                <a:spcPct val="115000"/>
              </a:lnSpc>
              <a:spcBef>
                <a:spcPts val="0"/>
              </a:spcBef>
              <a:spcAft>
                <a:spcPts val="0"/>
              </a:spcAft>
              <a:buNone/>
              <a:defRPr sz="1100">
                <a:solidFill>
                  <a:srgbClr val="444649"/>
                </a:solidFill>
                <a:latin typeface="Proxima Nova"/>
                <a:ea typeface="Proxima Nova"/>
                <a:cs typeface="Proxima Nova"/>
                <a:sym typeface="Proxima Nova"/>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62" name="Google Shape;62;p12"/>
          <p:cNvSpPr txBox="1"/>
          <p:nvPr>
            <p:ph type="title"/>
          </p:nvPr>
        </p:nvSpPr>
        <p:spPr>
          <a:xfrm>
            <a:off x="4337625" y="460050"/>
            <a:ext cx="4158300" cy="942600"/>
          </a:xfrm>
          <a:prstGeom prst="rect">
            <a:avLst/>
          </a:prstGeom>
          <a:noFill/>
          <a:ln>
            <a:noFill/>
          </a:ln>
        </p:spPr>
        <p:txBody>
          <a:bodyPr anchorCtr="0" anchor="t" bIns="91425" lIns="91425" spcFirstLastPara="1" rIns="91425" wrap="square" tIns="91425">
            <a:noAutofit/>
          </a:bodyPr>
          <a:lstStyle>
            <a:lvl1pPr lvl="0" rtl="0">
              <a:lnSpc>
                <a:spcPct val="100000"/>
              </a:lnSpc>
              <a:spcBef>
                <a:spcPts val="0"/>
              </a:spcBef>
              <a:spcAft>
                <a:spcPts val="0"/>
              </a:spcAft>
              <a:buNone/>
              <a:defRPr b="1" sz="3000">
                <a:solidFill>
                  <a:srgbClr val="444649"/>
                </a:solidFill>
                <a:latin typeface="Proxima Nova"/>
                <a:ea typeface="Proxima Nova"/>
                <a:cs typeface="Proxima Nova"/>
                <a:sym typeface="Proxima Nova"/>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p:txBody>
      </p:sp>
      <p:sp>
        <p:nvSpPr>
          <p:cNvPr id="63" name="Google Shape;63;p12"/>
          <p:cNvSpPr txBox="1"/>
          <p:nvPr/>
        </p:nvSpPr>
        <p:spPr>
          <a:xfrm>
            <a:off x="329300" y="4754425"/>
            <a:ext cx="331200" cy="28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en" sz="600">
                <a:solidFill>
                  <a:srgbClr val="777777"/>
                </a:solidFill>
                <a:latin typeface="Proxima Nova"/>
                <a:ea typeface="Proxima Nova"/>
                <a:cs typeface="Proxima Nova"/>
                <a:sym typeface="Proxima Nova"/>
              </a:rPr>
              <a:t>‹#›</a:t>
            </a:fld>
            <a:endParaRPr sz="600">
              <a:solidFill>
                <a:srgbClr val="777777"/>
              </a:solidFill>
              <a:latin typeface="Proxima Nova"/>
              <a:ea typeface="Proxima Nova"/>
              <a:cs typeface="Proxima Nova"/>
              <a:sym typeface="Proxima Nova"/>
            </a:endParaRPr>
          </a:p>
        </p:txBody>
      </p:sp>
      <p:pic>
        <p:nvPicPr>
          <p:cNvPr id="64" name="Google Shape;64;p12"/>
          <p:cNvPicPr preferRelativeResize="0"/>
          <p:nvPr/>
        </p:nvPicPr>
        <p:blipFill>
          <a:blip r:embed="rId2">
            <a:alphaModFix/>
          </a:blip>
          <a:stretch>
            <a:fillRect/>
          </a:stretch>
        </p:blipFill>
        <p:spPr>
          <a:xfrm>
            <a:off x="8199225" y="4810694"/>
            <a:ext cx="649802" cy="16857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divider / title slide" type="tx">
  <p:cSld name="TITLE_AND_BODY">
    <p:bg>
      <p:bgPr>
        <a:solidFill>
          <a:srgbClr val="FFFFFF"/>
        </a:solidFill>
      </p:bgPr>
    </p:bg>
    <p:spTree>
      <p:nvGrpSpPr>
        <p:cNvPr id="65" name="Shape 65"/>
        <p:cNvGrpSpPr/>
        <p:nvPr/>
      </p:nvGrpSpPr>
      <p:grpSpPr>
        <a:xfrm>
          <a:off x="0" y="0"/>
          <a:ext cx="0" cy="0"/>
          <a:chOff x="0" y="0"/>
          <a:chExt cx="0" cy="0"/>
        </a:xfrm>
      </p:grpSpPr>
      <p:sp>
        <p:nvSpPr>
          <p:cNvPr id="66" name="Google Shape;66;p13"/>
          <p:cNvSpPr txBox="1"/>
          <p:nvPr>
            <p:ph type="title"/>
          </p:nvPr>
        </p:nvSpPr>
        <p:spPr>
          <a:xfrm>
            <a:off x="1947000" y="1796400"/>
            <a:ext cx="5250000" cy="1550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None/>
              <a:defRPr b="1" sz="2800">
                <a:solidFill>
                  <a:srgbClr val="444649"/>
                </a:solidFill>
                <a:latin typeface="Proxima Nova"/>
                <a:ea typeface="Proxima Nova"/>
                <a:cs typeface="Proxima Nova"/>
                <a:sym typeface="Proxima Nova"/>
              </a:defRPr>
            </a:lvl1pPr>
            <a:lvl2pPr lvl="1" rtl="0" algn="ctr">
              <a:spcBef>
                <a:spcPts val="0"/>
              </a:spcBef>
              <a:spcAft>
                <a:spcPts val="0"/>
              </a:spcAft>
              <a:buNone/>
              <a:defRPr/>
            </a:lvl2pPr>
            <a:lvl3pPr lvl="2" rtl="0" algn="ctr">
              <a:spcBef>
                <a:spcPts val="0"/>
              </a:spcBef>
              <a:spcAft>
                <a:spcPts val="0"/>
              </a:spcAft>
              <a:buNone/>
              <a:defRPr/>
            </a:lvl3pPr>
            <a:lvl4pPr lvl="3" rtl="0" algn="ctr">
              <a:spcBef>
                <a:spcPts val="0"/>
              </a:spcBef>
              <a:spcAft>
                <a:spcPts val="0"/>
              </a:spcAft>
              <a:buNone/>
              <a:defRPr/>
            </a:lvl4pPr>
            <a:lvl5pPr lvl="4" rtl="0" algn="ctr">
              <a:spcBef>
                <a:spcPts val="0"/>
              </a:spcBef>
              <a:spcAft>
                <a:spcPts val="0"/>
              </a:spcAft>
              <a:buNone/>
              <a:defRPr/>
            </a:lvl5pPr>
            <a:lvl6pPr lvl="5" rtl="0" algn="ctr">
              <a:spcBef>
                <a:spcPts val="0"/>
              </a:spcBef>
              <a:spcAft>
                <a:spcPts val="0"/>
              </a:spcAft>
              <a:buNone/>
              <a:defRPr/>
            </a:lvl6pPr>
            <a:lvl7pPr lvl="6" rtl="0" algn="ctr">
              <a:spcBef>
                <a:spcPts val="0"/>
              </a:spcBef>
              <a:spcAft>
                <a:spcPts val="0"/>
              </a:spcAft>
              <a:buNone/>
              <a:defRPr/>
            </a:lvl7pPr>
            <a:lvl8pPr lvl="7" rtl="0" algn="ctr">
              <a:spcBef>
                <a:spcPts val="0"/>
              </a:spcBef>
              <a:spcAft>
                <a:spcPts val="0"/>
              </a:spcAft>
              <a:buNone/>
              <a:defRPr/>
            </a:lvl8pPr>
            <a:lvl9pPr lvl="8" rtl="0" algn="ctr">
              <a:spcBef>
                <a:spcPts val="0"/>
              </a:spcBef>
              <a:spcAft>
                <a:spcPts val="0"/>
              </a:spcAft>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divider / title slide over color">
  <p:cSld name="TITLE_AND_BODY_2">
    <p:bg>
      <p:bgPr>
        <a:solidFill>
          <a:srgbClr val="25D6C9"/>
        </a:solidFill>
      </p:bgPr>
    </p:bg>
    <p:spTree>
      <p:nvGrpSpPr>
        <p:cNvPr id="67" name="Shape 67"/>
        <p:cNvGrpSpPr/>
        <p:nvPr/>
      </p:nvGrpSpPr>
      <p:grpSpPr>
        <a:xfrm>
          <a:off x="0" y="0"/>
          <a:ext cx="0" cy="0"/>
          <a:chOff x="0" y="0"/>
          <a:chExt cx="0" cy="0"/>
        </a:xfrm>
      </p:grpSpPr>
      <p:sp>
        <p:nvSpPr>
          <p:cNvPr id="68" name="Google Shape;68;p14"/>
          <p:cNvSpPr txBox="1"/>
          <p:nvPr>
            <p:ph type="title"/>
          </p:nvPr>
        </p:nvSpPr>
        <p:spPr>
          <a:xfrm>
            <a:off x="1947000" y="1796400"/>
            <a:ext cx="5250000" cy="1550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None/>
              <a:defRPr b="1" sz="2800">
                <a:solidFill>
                  <a:srgbClr val="FFFFFF"/>
                </a:solidFill>
                <a:latin typeface="Proxima Nova"/>
                <a:ea typeface="Proxima Nova"/>
                <a:cs typeface="Proxima Nova"/>
                <a:sym typeface="Proxima Nova"/>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divider / title slide over color">
  <p:cSld name="TITLE_AND_BODY_1">
    <p:bg>
      <p:bgPr>
        <a:solidFill>
          <a:srgbClr val="498DCC"/>
        </a:solidFill>
      </p:bgPr>
    </p:bg>
    <p:spTree>
      <p:nvGrpSpPr>
        <p:cNvPr id="69" name="Shape 69"/>
        <p:cNvGrpSpPr/>
        <p:nvPr/>
      </p:nvGrpSpPr>
      <p:grpSpPr>
        <a:xfrm>
          <a:off x="0" y="0"/>
          <a:ext cx="0" cy="0"/>
          <a:chOff x="0" y="0"/>
          <a:chExt cx="0" cy="0"/>
        </a:xfrm>
      </p:grpSpPr>
      <p:sp>
        <p:nvSpPr>
          <p:cNvPr id="70" name="Google Shape;70;p15"/>
          <p:cNvSpPr txBox="1"/>
          <p:nvPr>
            <p:ph type="title"/>
          </p:nvPr>
        </p:nvSpPr>
        <p:spPr>
          <a:xfrm>
            <a:off x="1947000" y="1796400"/>
            <a:ext cx="5250000" cy="1550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None/>
              <a:defRPr b="1" sz="2800">
                <a:solidFill>
                  <a:srgbClr val="FFFFFF"/>
                </a:solidFill>
                <a:latin typeface="Proxima Nova"/>
                <a:ea typeface="Proxima Nova"/>
                <a:cs typeface="Proxima Nova"/>
                <a:sym typeface="Proxima Nova"/>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ppendix / footnotes" type="twoColTx">
  <p:cSld name="TITLE_AND_TWO_COLUMNS">
    <p:spTree>
      <p:nvGrpSpPr>
        <p:cNvPr id="71" name="Shape 71"/>
        <p:cNvGrpSpPr/>
        <p:nvPr/>
      </p:nvGrpSpPr>
      <p:grpSpPr>
        <a:xfrm>
          <a:off x="0" y="0"/>
          <a:ext cx="0" cy="0"/>
          <a:chOff x="0" y="0"/>
          <a:chExt cx="0" cy="0"/>
        </a:xfrm>
      </p:grpSpPr>
      <p:sp>
        <p:nvSpPr>
          <p:cNvPr id="72" name="Google Shape;72;p16"/>
          <p:cNvSpPr txBox="1"/>
          <p:nvPr>
            <p:ph type="title"/>
          </p:nvPr>
        </p:nvSpPr>
        <p:spPr>
          <a:xfrm>
            <a:off x="577725" y="460050"/>
            <a:ext cx="6481200" cy="458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b="1" sz="1800">
                <a:solidFill>
                  <a:srgbClr val="444649"/>
                </a:solidFill>
                <a:latin typeface="Proxima Nova"/>
                <a:ea typeface="Proxima Nova"/>
                <a:cs typeface="Proxima Nova"/>
                <a:sym typeface="Proxima Nova"/>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73" name="Google Shape;73;p16"/>
          <p:cNvSpPr txBox="1"/>
          <p:nvPr>
            <p:ph idx="1" type="body"/>
          </p:nvPr>
        </p:nvSpPr>
        <p:spPr>
          <a:xfrm>
            <a:off x="638550" y="1003925"/>
            <a:ext cx="7586100" cy="2782200"/>
          </a:xfrm>
          <a:prstGeom prst="rect">
            <a:avLst/>
          </a:prstGeom>
          <a:noFill/>
          <a:ln>
            <a:noFill/>
          </a:ln>
        </p:spPr>
        <p:txBody>
          <a:bodyPr anchorCtr="0" anchor="t" bIns="91425" lIns="91425" spcFirstLastPara="1" rIns="91425" wrap="square" tIns="91425">
            <a:noAutofit/>
          </a:bodyPr>
          <a:lstStyle>
            <a:lvl1pPr indent="-279400" lvl="0" marL="457200" rtl="0">
              <a:lnSpc>
                <a:spcPct val="150000"/>
              </a:lnSpc>
              <a:spcBef>
                <a:spcPts val="0"/>
              </a:spcBef>
              <a:spcAft>
                <a:spcPts val="0"/>
              </a:spcAft>
              <a:buClr>
                <a:srgbClr val="444649"/>
              </a:buClr>
              <a:buSzPts val="800"/>
              <a:buFont typeface="Proxima Nova"/>
              <a:buAutoNum type="arabicPeriod"/>
              <a:defRPr sz="800">
                <a:solidFill>
                  <a:srgbClr val="444649"/>
                </a:solidFill>
                <a:latin typeface="Proxima Nova"/>
                <a:ea typeface="Proxima Nova"/>
                <a:cs typeface="Proxima Nova"/>
                <a:sym typeface="Proxima Nova"/>
              </a:defRPr>
            </a:lvl1pPr>
            <a:lvl2pPr indent="-279400" lvl="1" marL="914400" rtl="0">
              <a:lnSpc>
                <a:spcPct val="150000"/>
              </a:lnSpc>
              <a:spcBef>
                <a:spcPts val="0"/>
              </a:spcBef>
              <a:spcAft>
                <a:spcPts val="0"/>
              </a:spcAft>
              <a:buClr>
                <a:srgbClr val="444649"/>
              </a:buClr>
              <a:buSzPts val="800"/>
              <a:buFont typeface="Proxima Nova"/>
              <a:buAutoNum type="alphaLcPeriod"/>
              <a:defRPr sz="800">
                <a:solidFill>
                  <a:srgbClr val="444649"/>
                </a:solidFill>
                <a:latin typeface="Proxima Nova"/>
                <a:ea typeface="Proxima Nova"/>
                <a:cs typeface="Proxima Nova"/>
                <a:sym typeface="Proxima Nova"/>
              </a:defRPr>
            </a:lvl2pPr>
            <a:lvl3pPr indent="-279400" lvl="2" marL="1371600" rtl="0">
              <a:lnSpc>
                <a:spcPct val="150000"/>
              </a:lnSpc>
              <a:spcBef>
                <a:spcPts val="0"/>
              </a:spcBef>
              <a:spcAft>
                <a:spcPts val="0"/>
              </a:spcAft>
              <a:buClr>
                <a:srgbClr val="444649"/>
              </a:buClr>
              <a:buSzPts val="800"/>
              <a:buFont typeface="Proxima Nova"/>
              <a:buAutoNum type="romanLcPeriod"/>
              <a:defRPr sz="800">
                <a:solidFill>
                  <a:srgbClr val="444649"/>
                </a:solidFill>
                <a:latin typeface="Proxima Nova"/>
                <a:ea typeface="Proxima Nova"/>
                <a:cs typeface="Proxima Nova"/>
                <a:sym typeface="Proxima Nova"/>
              </a:defRPr>
            </a:lvl3pPr>
            <a:lvl4pPr indent="-279400" lvl="3" marL="1828800" rtl="0">
              <a:lnSpc>
                <a:spcPct val="150000"/>
              </a:lnSpc>
              <a:spcBef>
                <a:spcPts val="0"/>
              </a:spcBef>
              <a:spcAft>
                <a:spcPts val="0"/>
              </a:spcAft>
              <a:buClr>
                <a:srgbClr val="444649"/>
              </a:buClr>
              <a:buSzPts val="800"/>
              <a:buFont typeface="Proxima Nova"/>
              <a:buAutoNum type="arabicPeriod"/>
              <a:defRPr sz="800">
                <a:solidFill>
                  <a:srgbClr val="444649"/>
                </a:solidFill>
                <a:latin typeface="Proxima Nova"/>
                <a:ea typeface="Proxima Nova"/>
                <a:cs typeface="Proxima Nova"/>
                <a:sym typeface="Proxima Nova"/>
              </a:defRPr>
            </a:lvl4pPr>
            <a:lvl5pPr indent="-279400" lvl="4" marL="2286000" rtl="0">
              <a:lnSpc>
                <a:spcPct val="150000"/>
              </a:lnSpc>
              <a:spcBef>
                <a:spcPts val="0"/>
              </a:spcBef>
              <a:spcAft>
                <a:spcPts val="0"/>
              </a:spcAft>
              <a:buClr>
                <a:srgbClr val="444649"/>
              </a:buClr>
              <a:buSzPts val="800"/>
              <a:buFont typeface="Proxima Nova"/>
              <a:buAutoNum type="alphaLcPeriod"/>
              <a:defRPr sz="800">
                <a:solidFill>
                  <a:srgbClr val="444649"/>
                </a:solidFill>
                <a:latin typeface="Proxima Nova"/>
                <a:ea typeface="Proxima Nova"/>
                <a:cs typeface="Proxima Nova"/>
                <a:sym typeface="Proxima Nova"/>
              </a:defRPr>
            </a:lvl5pPr>
            <a:lvl6pPr indent="-279400" lvl="5" marL="2743200" rtl="0">
              <a:lnSpc>
                <a:spcPct val="150000"/>
              </a:lnSpc>
              <a:spcBef>
                <a:spcPts val="0"/>
              </a:spcBef>
              <a:spcAft>
                <a:spcPts val="0"/>
              </a:spcAft>
              <a:buClr>
                <a:srgbClr val="444649"/>
              </a:buClr>
              <a:buSzPts val="800"/>
              <a:buFont typeface="Proxima Nova"/>
              <a:buAutoNum type="romanLcPeriod"/>
              <a:defRPr sz="800">
                <a:solidFill>
                  <a:srgbClr val="444649"/>
                </a:solidFill>
                <a:latin typeface="Proxima Nova"/>
                <a:ea typeface="Proxima Nova"/>
                <a:cs typeface="Proxima Nova"/>
                <a:sym typeface="Proxima Nova"/>
              </a:defRPr>
            </a:lvl6pPr>
            <a:lvl7pPr indent="-279400" lvl="6" marL="3200400" rtl="0">
              <a:lnSpc>
                <a:spcPct val="150000"/>
              </a:lnSpc>
              <a:spcBef>
                <a:spcPts val="0"/>
              </a:spcBef>
              <a:spcAft>
                <a:spcPts val="0"/>
              </a:spcAft>
              <a:buClr>
                <a:srgbClr val="444649"/>
              </a:buClr>
              <a:buSzPts val="800"/>
              <a:buFont typeface="Proxima Nova"/>
              <a:buAutoNum type="arabicPeriod"/>
              <a:defRPr sz="800">
                <a:solidFill>
                  <a:srgbClr val="444649"/>
                </a:solidFill>
                <a:latin typeface="Proxima Nova"/>
                <a:ea typeface="Proxima Nova"/>
                <a:cs typeface="Proxima Nova"/>
                <a:sym typeface="Proxima Nova"/>
              </a:defRPr>
            </a:lvl7pPr>
            <a:lvl8pPr indent="-279400" lvl="7" marL="3657600" rtl="0">
              <a:lnSpc>
                <a:spcPct val="150000"/>
              </a:lnSpc>
              <a:spcBef>
                <a:spcPts val="0"/>
              </a:spcBef>
              <a:spcAft>
                <a:spcPts val="0"/>
              </a:spcAft>
              <a:buClr>
                <a:srgbClr val="444649"/>
              </a:buClr>
              <a:buSzPts val="800"/>
              <a:buFont typeface="Proxima Nova"/>
              <a:buAutoNum type="alphaLcPeriod"/>
              <a:defRPr sz="800">
                <a:solidFill>
                  <a:srgbClr val="444649"/>
                </a:solidFill>
                <a:latin typeface="Proxima Nova"/>
                <a:ea typeface="Proxima Nova"/>
                <a:cs typeface="Proxima Nova"/>
                <a:sym typeface="Proxima Nova"/>
              </a:defRPr>
            </a:lvl8pPr>
            <a:lvl9pPr indent="-279400" lvl="8" marL="4114800" rtl="0">
              <a:lnSpc>
                <a:spcPct val="150000"/>
              </a:lnSpc>
              <a:spcBef>
                <a:spcPts val="0"/>
              </a:spcBef>
              <a:spcAft>
                <a:spcPts val="0"/>
              </a:spcAft>
              <a:buClr>
                <a:srgbClr val="444649"/>
              </a:buClr>
              <a:buSzPts val="800"/>
              <a:buFont typeface="Proxima Nova"/>
              <a:buAutoNum type="romanLcPeriod"/>
              <a:defRPr sz="800">
                <a:solidFill>
                  <a:srgbClr val="444649"/>
                </a:solidFill>
                <a:latin typeface="Proxima Nova"/>
                <a:ea typeface="Proxima Nova"/>
                <a:cs typeface="Proxima Nova"/>
                <a:sym typeface="Proxima Nova"/>
              </a:defRPr>
            </a:lvl9pPr>
          </a:lstStyle>
          <a:p/>
        </p:txBody>
      </p:sp>
      <p:sp>
        <p:nvSpPr>
          <p:cNvPr id="74" name="Google Shape;74;p16"/>
          <p:cNvSpPr txBox="1"/>
          <p:nvPr/>
        </p:nvSpPr>
        <p:spPr>
          <a:xfrm>
            <a:off x="329300" y="4754425"/>
            <a:ext cx="331200" cy="28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en" sz="600">
                <a:solidFill>
                  <a:srgbClr val="777777"/>
                </a:solidFill>
                <a:latin typeface="Proxima Nova"/>
                <a:ea typeface="Proxima Nova"/>
                <a:cs typeface="Proxima Nova"/>
                <a:sym typeface="Proxima Nova"/>
              </a:rPr>
              <a:t>‹#›</a:t>
            </a:fld>
            <a:endParaRPr sz="600">
              <a:solidFill>
                <a:srgbClr val="777777"/>
              </a:solidFill>
              <a:latin typeface="Proxima Nova"/>
              <a:ea typeface="Proxima Nova"/>
              <a:cs typeface="Proxima Nova"/>
              <a:sym typeface="Proxima Nova"/>
            </a:endParaRPr>
          </a:p>
        </p:txBody>
      </p:sp>
      <p:pic>
        <p:nvPicPr>
          <p:cNvPr id="75" name="Google Shape;75;p16"/>
          <p:cNvPicPr preferRelativeResize="0"/>
          <p:nvPr/>
        </p:nvPicPr>
        <p:blipFill>
          <a:blip r:embed="rId2">
            <a:alphaModFix/>
          </a:blip>
          <a:stretch>
            <a:fillRect/>
          </a:stretch>
        </p:blipFill>
        <p:spPr>
          <a:xfrm>
            <a:off x="8199225" y="4810694"/>
            <a:ext cx="649802" cy="168575"/>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TITLE_ONLY_1_1">
    <p:spTree>
      <p:nvGrpSpPr>
        <p:cNvPr id="76" name="Shape 76"/>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copy">
  <p:cSld name="SECTION_HEADER_2">
    <p:spTree>
      <p:nvGrpSpPr>
        <p:cNvPr id="77" name="Shape 77"/>
        <p:cNvGrpSpPr/>
        <p:nvPr/>
      </p:nvGrpSpPr>
      <p:grpSpPr>
        <a:xfrm>
          <a:off x="0" y="0"/>
          <a:ext cx="0" cy="0"/>
          <a:chOff x="0" y="0"/>
          <a:chExt cx="0" cy="0"/>
        </a:xfrm>
      </p:grpSpPr>
      <p:sp>
        <p:nvSpPr>
          <p:cNvPr id="78" name="Google Shape;78;p18"/>
          <p:cNvSpPr txBox="1"/>
          <p:nvPr>
            <p:ph idx="1" type="body"/>
          </p:nvPr>
        </p:nvSpPr>
        <p:spPr>
          <a:xfrm>
            <a:off x="409950" y="1179100"/>
            <a:ext cx="8289300" cy="2994300"/>
          </a:xfrm>
          <a:prstGeom prst="rect">
            <a:avLst/>
          </a:prstGeom>
          <a:noFill/>
          <a:ln>
            <a:noFill/>
          </a:ln>
        </p:spPr>
        <p:txBody>
          <a:bodyPr anchorCtr="0" anchor="t" bIns="91425" lIns="91425" spcFirstLastPara="1" rIns="91425" wrap="square" tIns="91425">
            <a:noAutofit/>
          </a:bodyPr>
          <a:lstStyle>
            <a:lvl1pPr indent="-298450" lvl="0" marL="457200" rtl="0">
              <a:lnSpc>
                <a:spcPct val="115000"/>
              </a:lnSpc>
              <a:spcBef>
                <a:spcPts val="0"/>
              </a:spcBef>
              <a:spcAft>
                <a:spcPts val="0"/>
              </a:spcAft>
              <a:buClr>
                <a:srgbClr val="444649"/>
              </a:buClr>
              <a:buSzPts val="1100"/>
              <a:buFont typeface="Proxima Nova"/>
              <a:buChar char="●"/>
              <a:defRPr sz="1100">
                <a:solidFill>
                  <a:srgbClr val="444649"/>
                </a:solidFill>
                <a:latin typeface="Proxima Nova"/>
                <a:ea typeface="Proxima Nova"/>
                <a:cs typeface="Proxima Nova"/>
                <a:sym typeface="Proxima Nova"/>
              </a:defRPr>
            </a:lvl1pPr>
            <a:lvl2pPr indent="-298450" lvl="1" marL="914400" rtl="0">
              <a:lnSpc>
                <a:spcPct val="115000"/>
              </a:lnSpc>
              <a:spcBef>
                <a:spcPts val="0"/>
              </a:spcBef>
              <a:spcAft>
                <a:spcPts val="0"/>
              </a:spcAft>
              <a:buClr>
                <a:srgbClr val="444649"/>
              </a:buClr>
              <a:buSzPts val="1100"/>
              <a:buFont typeface="Proxima Nova"/>
              <a:buChar char="○"/>
              <a:defRPr sz="1100">
                <a:solidFill>
                  <a:srgbClr val="444649"/>
                </a:solidFill>
                <a:latin typeface="Proxima Nova"/>
                <a:ea typeface="Proxima Nova"/>
                <a:cs typeface="Proxima Nova"/>
                <a:sym typeface="Proxima Nova"/>
              </a:defRPr>
            </a:lvl2pPr>
            <a:lvl3pPr indent="-298450" lvl="2" marL="1371600" rtl="0">
              <a:lnSpc>
                <a:spcPct val="115000"/>
              </a:lnSpc>
              <a:spcBef>
                <a:spcPts val="0"/>
              </a:spcBef>
              <a:spcAft>
                <a:spcPts val="0"/>
              </a:spcAft>
              <a:buClr>
                <a:srgbClr val="444649"/>
              </a:buClr>
              <a:buSzPts val="1100"/>
              <a:buFont typeface="Proxima Nova"/>
              <a:buChar char="■"/>
              <a:defRPr sz="1100">
                <a:solidFill>
                  <a:srgbClr val="444649"/>
                </a:solidFill>
                <a:latin typeface="Proxima Nova"/>
                <a:ea typeface="Proxima Nova"/>
                <a:cs typeface="Proxima Nova"/>
                <a:sym typeface="Proxima Nova"/>
              </a:defRPr>
            </a:lvl3pPr>
            <a:lvl4pPr indent="-298450" lvl="3" marL="1828800" rtl="0">
              <a:lnSpc>
                <a:spcPct val="115000"/>
              </a:lnSpc>
              <a:spcBef>
                <a:spcPts val="0"/>
              </a:spcBef>
              <a:spcAft>
                <a:spcPts val="0"/>
              </a:spcAft>
              <a:buClr>
                <a:srgbClr val="444649"/>
              </a:buClr>
              <a:buSzPts val="1100"/>
              <a:buFont typeface="Proxima Nova"/>
              <a:buChar char="●"/>
              <a:defRPr sz="1100">
                <a:solidFill>
                  <a:srgbClr val="444649"/>
                </a:solidFill>
                <a:latin typeface="Proxima Nova"/>
                <a:ea typeface="Proxima Nova"/>
                <a:cs typeface="Proxima Nova"/>
                <a:sym typeface="Proxima Nova"/>
              </a:defRPr>
            </a:lvl4pPr>
            <a:lvl5pPr indent="-298450" lvl="4" marL="2286000" rtl="0">
              <a:lnSpc>
                <a:spcPct val="115000"/>
              </a:lnSpc>
              <a:spcBef>
                <a:spcPts val="0"/>
              </a:spcBef>
              <a:spcAft>
                <a:spcPts val="0"/>
              </a:spcAft>
              <a:buClr>
                <a:srgbClr val="444649"/>
              </a:buClr>
              <a:buSzPts val="1100"/>
              <a:buFont typeface="Proxima Nova"/>
              <a:buChar char="○"/>
              <a:defRPr sz="1100">
                <a:solidFill>
                  <a:srgbClr val="444649"/>
                </a:solidFill>
                <a:latin typeface="Proxima Nova"/>
                <a:ea typeface="Proxima Nova"/>
                <a:cs typeface="Proxima Nova"/>
                <a:sym typeface="Proxima Nova"/>
              </a:defRPr>
            </a:lvl5pPr>
            <a:lvl6pPr indent="-298450" lvl="5" marL="2743200" rtl="0">
              <a:lnSpc>
                <a:spcPct val="115000"/>
              </a:lnSpc>
              <a:spcBef>
                <a:spcPts val="0"/>
              </a:spcBef>
              <a:spcAft>
                <a:spcPts val="0"/>
              </a:spcAft>
              <a:buClr>
                <a:srgbClr val="444649"/>
              </a:buClr>
              <a:buSzPts val="1100"/>
              <a:buFont typeface="Proxima Nova"/>
              <a:buChar char="■"/>
              <a:defRPr sz="1100">
                <a:solidFill>
                  <a:srgbClr val="444649"/>
                </a:solidFill>
                <a:latin typeface="Proxima Nova"/>
                <a:ea typeface="Proxima Nova"/>
                <a:cs typeface="Proxima Nova"/>
                <a:sym typeface="Proxima Nova"/>
              </a:defRPr>
            </a:lvl6pPr>
            <a:lvl7pPr indent="-298450" lvl="6" marL="3200400" rtl="0">
              <a:lnSpc>
                <a:spcPct val="115000"/>
              </a:lnSpc>
              <a:spcBef>
                <a:spcPts val="0"/>
              </a:spcBef>
              <a:spcAft>
                <a:spcPts val="0"/>
              </a:spcAft>
              <a:buClr>
                <a:srgbClr val="444649"/>
              </a:buClr>
              <a:buSzPts val="1100"/>
              <a:buFont typeface="Proxima Nova"/>
              <a:buChar char="●"/>
              <a:defRPr sz="1100">
                <a:solidFill>
                  <a:srgbClr val="444649"/>
                </a:solidFill>
                <a:latin typeface="Proxima Nova"/>
                <a:ea typeface="Proxima Nova"/>
                <a:cs typeface="Proxima Nova"/>
                <a:sym typeface="Proxima Nova"/>
              </a:defRPr>
            </a:lvl7pPr>
            <a:lvl8pPr indent="-298450" lvl="7" marL="3657600" rtl="0">
              <a:lnSpc>
                <a:spcPct val="115000"/>
              </a:lnSpc>
              <a:spcBef>
                <a:spcPts val="0"/>
              </a:spcBef>
              <a:spcAft>
                <a:spcPts val="0"/>
              </a:spcAft>
              <a:buClr>
                <a:srgbClr val="444649"/>
              </a:buClr>
              <a:buSzPts val="1100"/>
              <a:buFont typeface="Proxima Nova"/>
              <a:buChar char="○"/>
              <a:defRPr sz="1100">
                <a:solidFill>
                  <a:srgbClr val="444649"/>
                </a:solidFill>
                <a:latin typeface="Proxima Nova"/>
                <a:ea typeface="Proxima Nova"/>
                <a:cs typeface="Proxima Nova"/>
                <a:sym typeface="Proxima Nova"/>
              </a:defRPr>
            </a:lvl8pPr>
            <a:lvl9pPr indent="-298450" lvl="8" marL="4114800" rtl="0">
              <a:lnSpc>
                <a:spcPct val="115000"/>
              </a:lnSpc>
              <a:spcBef>
                <a:spcPts val="0"/>
              </a:spcBef>
              <a:spcAft>
                <a:spcPts val="0"/>
              </a:spcAft>
              <a:buClr>
                <a:srgbClr val="444649"/>
              </a:buClr>
              <a:buSzPts val="1100"/>
              <a:buFont typeface="Proxima Nova"/>
              <a:buChar char="■"/>
              <a:defRPr sz="1100">
                <a:solidFill>
                  <a:srgbClr val="444649"/>
                </a:solidFill>
                <a:latin typeface="Proxima Nova"/>
                <a:ea typeface="Proxima Nova"/>
                <a:cs typeface="Proxima Nova"/>
                <a:sym typeface="Proxima Nova"/>
              </a:defRPr>
            </a:lvl9pPr>
          </a:lstStyle>
          <a:p/>
        </p:txBody>
      </p:sp>
      <p:sp>
        <p:nvSpPr>
          <p:cNvPr id="79" name="Google Shape;79;p18"/>
          <p:cNvSpPr txBox="1"/>
          <p:nvPr>
            <p:ph type="title"/>
          </p:nvPr>
        </p:nvSpPr>
        <p:spPr>
          <a:xfrm>
            <a:off x="349125" y="155250"/>
            <a:ext cx="8350200" cy="1062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b="1" sz="3000">
                <a:solidFill>
                  <a:srgbClr val="444649"/>
                </a:solidFill>
                <a:latin typeface="Proxima Nova"/>
                <a:ea typeface="Proxima Nova"/>
                <a:cs typeface="Proxima Nova"/>
                <a:sym typeface="Proxima Nova"/>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80" name="Google Shape;80;p18"/>
          <p:cNvSpPr txBox="1"/>
          <p:nvPr/>
        </p:nvSpPr>
        <p:spPr>
          <a:xfrm>
            <a:off x="329300" y="4754425"/>
            <a:ext cx="331200" cy="28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en" sz="600">
                <a:solidFill>
                  <a:srgbClr val="777777"/>
                </a:solidFill>
                <a:latin typeface="Proxima Nova"/>
                <a:ea typeface="Proxima Nova"/>
                <a:cs typeface="Proxima Nova"/>
                <a:sym typeface="Proxima Nova"/>
              </a:rPr>
              <a:t>‹#›</a:t>
            </a:fld>
            <a:endParaRPr sz="600">
              <a:solidFill>
                <a:srgbClr val="777777"/>
              </a:solidFill>
              <a:latin typeface="Proxima Nova"/>
              <a:ea typeface="Proxima Nova"/>
              <a:cs typeface="Proxima Nova"/>
              <a:sym typeface="Proxima Nova"/>
            </a:endParaRPr>
          </a:p>
        </p:txBody>
      </p:sp>
      <p:pic>
        <p:nvPicPr>
          <p:cNvPr id="81" name="Google Shape;81;p18"/>
          <p:cNvPicPr preferRelativeResize="0"/>
          <p:nvPr/>
        </p:nvPicPr>
        <p:blipFill>
          <a:blip r:embed="rId2">
            <a:alphaModFix/>
          </a:blip>
          <a:stretch>
            <a:fillRect/>
          </a:stretch>
        </p:blipFill>
        <p:spPr>
          <a:xfrm>
            <a:off x="8199225" y="4810694"/>
            <a:ext cx="649802" cy="168575"/>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ogo slide" type="title">
  <p:cSld name="TITLE">
    <p:spTree>
      <p:nvGrpSpPr>
        <p:cNvPr id="83" name="Shape 83"/>
        <p:cNvGrpSpPr/>
        <p:nvPr/>
      </p:nvGrpSpPr>
      <p:grpSpPr>
        <a:xfrm>
          <a:off x="0" y="0"/>
          <a:ext cx="0" cy="0"/>
          <a:chOff x="0" y="0"/>
          <a:chExt cx="0" cy="0"/>
        </a:xfrm>
      </p:grpSpPr>
      <p:pic>
        <p:nvPicPr>
          <p:cNvPr id="84" name="Google Shape;84;p20"/>
          <p:cNvPicPr preferRelativeResize="0"/>
          <p:nvPr/>
        </p:nvPicPr>
        <p:blipFill rotWithShape="1">
          <a:blip r:embed="rId2">
            <a:alphaModFix/>
          </a:blip>
          <a:srcRect b="10" l="0" r="0" t="0"/>
          <a:stretch/>
        </p:blipFill>
        <p:spPr>
          <a:xfrm>
            <a:off x="3744118" y="2253958"/>
            <a:ext cx="1655747" cy="635601"/>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p:cSld name="CUSTOM_1">
    <p:bg>
      <p:bgPr>
        <a:solidFill>
          <a:srgbClr val="FEEEE7"/>
        </a:solidFill>
      </p:bgPr>
    </p:bg>
    <p:spTree>
      <p:nvGrpSpPr>
        <p:cNvPr id="85" name="Shape 85"/>
        <p:cNvGrpSpPr/>
        <p:nvPr/>
      </p:nvGrpSpPr>
      <p:grpSpPr>
        <a:xfrm>
          <a:off x="0" y="0"/>
          <a:ext cx="0" cy="0"/>
          <a:chOff x="0" y="0"/>
          <a:chExt cx="0" cy="0"/>
        </a:xfrm>
      </p:grpSpPr>
      <p:sp>
        <p:nvSpPr>
          <p:cNvPr id="86" name="Google Shape;86;p21"/>
          <p:cNvSpPr txBox="1"/>
          <p:nvPr>
            <p:ph type="title"/>
          </p:nvPr>
        </p:nvSpPr>
        <p:spPr>
          <a:xfrm>
            <a:off x="740250" y="1440375"/>
            <a:ext cx="7663500" cy="20199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None/>
              <a:defRPr sz="3800">
                <a:solidFill>
                  <a:srgbClr val="222525"/>
                </a:solidFill>
                <a:latin typeface="Song Myung"/>
                <a:ea typeface="Song Myung"/>
                <a:cs typeface="Song Myung"/>
                <a:sym typeface="Song Myung"/>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87" name="Google Shape;87;p21"/>
          <p:cNvSpPr txBox="1"/>
          <p:nvPr>
            <p:ph idx="1" type="subTitle"/>
          </p:nvPr>
        </p:nvSpPr>
        <p:spPr>
          <a:xfrm>
            <a:off x="2905350" y="3460275"/>
            <a:ext cx="3333300" cy="4416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None/>
              <a:defRPr>
                <a:solidFill>
                  <a:srgbClr val="222525"/>
                </a:solidFill>
                <a:latin typeface="Proxima Nova"/>
                <a:ea typeface="Proxima Nova"/>
                <a:cs typeface="Proxima Nova"/>
                <a:sym typeface="Proxima Nova"/>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pic>
        <p:nvPicPr>
          <p:cNvPr id="88" name="Google Shape;88;p21"/>
          <p:cNvPicPr preferRelativeResize="0"/>
          <p:nvPr/>
        </p:nvPicPr>
        <p:blipFill rotWithShape="1">
          <a:blip r:embed="rId2">
            <a:alphaModFix/>
          </a:blip>
          <a:srcRect b="10" l="0" r="0" t="0"/>
          <a:stretch/>
        </p:blipFill>
        <p:spPr>
          <a:xfrm>
            <a:off x="4057362" y="1363563"/>
            <a:ext cx="1029279" cy="395125"/>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1">
  <p:cSld name="CUSTOM_2">
    <p:bg>
      <p:bgPr>
        <a:solidFill>
          <a:srgbClr val="FFF4E0"/>
        </a:solidFill>
      </p:bgPr>
    </p:bg>
    <p:spTree>
      <p:nvGrpSpPr>
        <p:cNvPr id="89" name="Shape 89"/>
        <p:cNvGrpSpPr/>
        <p:nvPr/>
      </p:nvGrpSpPr>
      <p:grpSpPr>
        <a:xfrm>
          <a:off x="0" y="0"/>
          <a:ext cx="0" cy="0"/>
          <a:chOff x="0" y="0"/>
          <a:chExt cx="0" cy="0"/>
        </a:xfrm>
      </p:grpSpPr>
      <p:sp>
        <p:nvSpPr>
          <p:cNvPr id="90" name="Google Shape;90;p22"/>
          <p:cNvSpPr txBox="1"/>
          <p:nvPr>
            <p:ph type="title"/>
          </p:nvPr>
        </p:nvSpPr>
        <p:spPr>
          <a:xfrm>
            <a:off x="1947000" y="1796400"/>
            <a:ext cx="5250000" cy="1550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None/>
              <a:defRPr sz="2800">
                <a:solidFill>
                  <a:srgbClr val="222525"/>
                </a:solidFill>
                <a:latin typeface="Song Myung"/>
                <a:ea typeface="Song Myung"/>
                <a:cs typeface="Song Myung"/>
                <a:sym typeface="Song Myung"/>
              </a:defRPr>
            </a:lvl1pPr>
            <a:lvl2pPr lvl="1" rtl="0" algn="ctr">
              <a:spcBef>
                <a:spcPts val="0"/>
              </a:spcBef>
              <a:spcAft>
                <a:spcPts val="0"/>
              </a:spcAft>
              <a:buNone/>
              <a:defRPr>
                <a:solidFill>
                  <a:srgbClr val="222525"/>
                </a:solidFill>
              </a:defRPr>
            </a:lvl2pPr>
            <a:lvl3pPr lvl="2" rtl="0" algn="ctr">
              <a:spcBef>
                <a:spcPts val="0"/>
              </a:spcBef>
              <a:spcAft>
                <a:spcPts val="0"/>
              </a:spcAft>
              <a:buNone/>
              <a:defRPr>
                <a:solidFill>
                  <a:srgbClr val="222525"/>
                </a:solidFill>
              </a:defRPr>
            </a:lvl3pPr>
            <a:lvl4pPr lvl="3" rtl="0" algn="ctr">
              <a:spcBef>
                <a:spcPts val="0"/>
              </a:spcBef>
              <a:spcAft>
                <a:spcPts val="0"/>
              </a:spcAft>
              <a:buNone/>
              <a:defRPr>
                <a:solidFill>
                  <a:srgbClr val="222525"/>
                </a:solidFill>
              </a:defRPr>
            </a:lvl4pPr>
            <a:lvl5pPr lvl="4" rtl="0" algn="ctr">
              <a:spcBef>
                <a:spcPts val="0"/>
              </a:spcBef>
              <a:spcAft>
                <a:spcPts val="0"/>
              </a:spcAft>
              <a:buNone/>
              <a:defRPr>
                <a:solidFill>
                  <a:srgbClr val="222525"/>
                </a:solidFill>
              </a:defRPr>
            </a:lvl5pPr>
            <a:lvl6pPr lvl="5" rtl="0" algn="ctr">
              <a:spcBef>
                <a:spcPts val="0"/>
              </a:spcBef>
              <a:spcAft>
                <a:spcPts val="0"/>
              </a:spcAft>
              <a:buNone/>
              <a:defRPr>
                <a:solidFill>
                  <a:srgbClr val="222525"/>
                </a:solidFill>
              </a:defRPr>
            </a:lvl6pPr>
            <a:lvl7pPr lvl="6" rtl="0" algn="ctr">
              <a:spcBef>
                <a:spcPts val="0"/>
              </a:spcBef>
              <a:spcAft>
                <a:spcPts val="0"/>
              </a:spcAft>
              <a:buNone/>
              <a:defRPr>
                <a:solidFill>
                  <a:srgbClr val="222525"/>
                </a:solidFill>
              </a:defRPr>
            </a:lvl7pPr>
            <a:lvl8pPr lvl="7" rtl="0" algn="ctr">
              <a:spcBef>
                <a:spcPts val="0"/>
              </a:spcBef>
              <a:spcAft>
                <a:spcPts val="0"/>
              </a:spcAft>
              <a:buNone/>
              <a:defRPr>
                <a:solidFill>
                  <a:srgbClr val="222525"/>
                </a:solidFill>
              </a:defRPr>
            </a:lvl8pPr>
            <a:lvl9pPr lvl="8" rtl="0" algn="ctr">
              <a:spcBef>
                <a:spcPts val="0"/>
              </a:spcBef>
              <a:spcAft>
                <a:spcPts val="0"/>
              </a:spcAft>
              <a:buNone/>
              <a:defRPr>
                <a:solidFill>
                  <a:srgbClr val="222525"/>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2">
  <p:cSld name="CUSTOM_2_1">
    <p:bg>
      <p:bgPr>
        <a:solidFill>
          <a:srgbClr val="F7F4F2"/>
        </a:solidFill>
      </p:bgPr>
    </p:bg>
    <p:spTree>
      <p:nvGrpSpPr>
        <p:cNvPr id="91" name="Shape 91"/>
        <p:cNvGrpSpPr/>
        <p:nvPr/>
      </p:nvGrpSpPr>
      <p:grpSpPr>
        <a:xfrm>
          <a:off x="0" y="0"/>
          <a:ext cx="0" cy="0"/>
          <a:chOff x="0" y="0"/>
          <a:chExt cx="0" cy="0"/>
        </a:xfrm>
      </p:grpSpPr>
      <p:sp>
        <p:nvSpPr>
          <p:cNvPr id="92" name="Google Shape;92;p23"/>
          <p:cNvSpPr txBox="1"/>
          <p:nvPr>
            <p:ph type="title"/>
          </p:nvPr>
        </p:nvSpPr>
        <p:spPr>
          <a:xfrm>
            <a:off x="1947000" y="1796400"/>
            <a:ext cx="5250000" cy="1550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None/>
              <a:defRPr sz="2800">
                <a:solidFill>
                  <a:srgbClr val="222525"/>
                </a:solidFill>
                <a:latin typeface="Song Myung"/>
                <a:ea typeface="Song Myung"/>
                <a:cs typeface="Song Myung"/>
                <a:sym typeface="Song Myung"/>
              </a:defRPr>
            </a:lvl1pPr>
            <a:lvl2pPr lvl="1" rtl="0" algn="ctr">
              <a:spcBef>
                <a:spcPts val="0"/>
              </a:spcBef>
              <a:spcAft>
                <a:spcPts val="0"/>
              </a:spcAft>
              <a:buNone/>
              <a:defRPr>
                <a:solidFill>
                  <a:srgbClr val="222525"/>
                </a:solidFill>
              </a:defRPr>
            </a:lvl2pPr>
            <a:lvl3pPr lvl="2" rtl="0" algn="ctr">
              <a:spcBef>
                <a:spcPts val="0"/>
              </a:spcBef>
              <a:spcAft>
                <a:spcPts val="0"/>
              </a:spcAft>
              <a:buNone/>
              <a:defRPr>
                <a:solidFill>
                  <a:srgbClr val="222525"/>
                </a:solidFill>
              </a:defRPr>
            </a:lvl3pPr>
            <a:lvl4pPr lvl="3" rtl="0" algn="ctr">
              <a:spcBef>
                <a:spcPts val="0"/>
              </a:spcBef>
              <a:spcAft>
                <a:spcPts val="0"/>
              </a:spcAft>
              <a:buNone/>
              <a:defRPr>
                <a:solidFill>
                  <a:srgbClr val="222525"/>
                </a:solidFill>
              </a:defRPr>
            </a:lvl4pPr>
            <a:lvl5pPr lvl="4" rtl="0" algn="ctr">
              <a:spcBef>
                <a:spcPts val="0"/>
              </a:spcBef>
              <a:spcAft>
                <a:spcPts val="0"/>
              </a:spcAft>
              <a:buNone/>
              <a:defRPr>
                <a:solidFill>
                  <a:srgbClr val="222525"/>
                </a:solidFill>
              </a:defRPr>
            </a:lvl5pPr>
            <a:lvl6pPr lvl="5" rtl="0" algn="ctr">
              <a:spcBef>
                <a:spcPts val="0"/>
              </a:spcBef>
              <a:spcAft>
                <a:spcPts val="0"/>
              </a:spcAft>
              <a:buNone/>
              <a:defRPr>
                <a:solidFill>
                  <a:srgbClr val="222525"/>
                </a:solidFill>
              </a:defRPr>
            </a:lvl6pPr>
            <a:lvl7pPr lvl="6" rtl="0" algn="ctr">
              <a:spcBef>
                <a:spcPts val="0"/>
              </a:spcBef>
              <a:spcAft>
                <a:spcPts val="0"/>
              </a:spcAft>
              <a:buNone/>
              <a:defRPr>
                <a:solidFill>
                  <a:srgbClr val="222525"/>
                </a:solidFill>
              </a:defRPr>
            </a:lvl7pPr>
            <a:lvl8pPr lvl="7" rtl="0" algn="ctr">
              <a:spcBef>
                <a:spcPts val="0"/>
              </a:spcBef>
              <a:spcAft>
                <a:spcPts val="0"/>
              </a:spcAft>
              <a:buNone/>
              <a:defRPr>
                <a:solidFill>
                  <a:srgbClr val="222525"/>
                </a:solidFill>
              </a:defRPr>
            </a:lvl8pPr>
            <a:lvl9pPr lvl="8" rtl="0" algn="ctr">
              <a:spcBef>
                <a:spcPts val="0"/>
              </a:spcBef>
              <a:spcAft>
                <a:spcPts val="0"/>
              </a:spcAft>
              <a:buNone/>
              <a:defRPr>
                <a:solidFill>
                  <a:srgbClr val="222525"/>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2 1">
  <p:cSld name="CUSTOM_2_1_1">
    <p:bg>
      <p:bgPr>
        <a:solidFill>
          <a:schemeClr val="accent3"/>
        </a:solidFill>
      </p:bgPr>
    </p:bg>
    <p:spTree>
      <p:nvGrpSpPr>
        <p:cNvPr id="93" name="Shape 93"/>
        <p:cNvGrpSpPr/>
        <p:nvPr/>
      </p:nvGrpSpPr>
      <p:grpSpPr>
        <a:xfrm>
          <a:off x="0" y="0"/>
          <a:ext cx="0" cy="0"/>
          <a:chOff x="0" y="0"/>
          <a:chExt cx="0" cy="0"/>
        </a:xfrm>
      </p:grpSpPr>
      <p:sp>
        <p:nvSpPr>
          <p:cNvPr id="94" name="Google Shape;94;p24"/>
          <p:cNvSpPr txBox="1"/>
          <p:nvPr>
            <p:ph type="title"/>
          </p:nvPr>
        </p:nvSpPr>
        <p:spPr>
          <a:xfrm>
            <a:off x="1947000" y="1796400"/>
            <a:ext cx="5250000" cy="1550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None/>
              <a:defRPr sz="2800">
                <a:solidFill>
                  <a:srgbClr val="222525"/>
                </a:solidFill>
                <a:latin typeface="Song Myung"/>
                <a:ea typeface="Song Myung"/>
                <a:cs typeface="Song Myung"/>
                <a:sym typeface="Song Myung"/>
              </a:defRPr>
            </a:lvl1pPr>
            <a:lvl2pPr lvl="1" rtl="0" algn="ctr">
              <a:spcBef>
                <a:spcPts val="0"/>
              </a:spcBef>
              <a:spcAft>
                <a:spcPts val="0"/>
              </a:spcAft>
              <a:buNone/>
              <a:defRPr>
                <a:solidFill>
                  <a:srgbClr val="222525"/>
                </a:solidFill>
              </a:defRPr>
            </a:lvl2pPr>
            <a:lvl3pPr lvl="2" rtl="0" algn="ctr">
              <a:spcBef>
                <a:spcPts val="0"/>
              </a:spcBef>
              <a:spcAft>
                <a:spcPts val="0"/>
              </a:spcAft>
              <a:buNone/>
              <a:defRPr>
                <a:solidFill>
                  <a:srgbClr val="222525"/>
                </a:solidFill>
              </a:defRPr>
            </a:lvl3pPr>
            <a:lvl4pPr lvl="3" rtl="0" algn="ctr">
              <a:spcBef>
                <a:spcPts val="0"/>
              </a:spcBef>
              <a:spcAft>
                <a:spcPts val="0"/>
              </a:spcAft>
              <a:buNone/>
              <a:defRPr>
                <a:solidFill>
                  <a:srgbClr val="222525"/>
                </a:solidFill>
              </a:defRPr>
            </a:lvl4pPr>
            <a:lvl5pPr lvl="4" rtl="0" algn="ctr">
              <a:spcBef>
                <a:spcPts val="0"/>
              </a:spcBef>
              <a:spcAft>
                <a:spcPts val="0"/>
              </a:spcAft>
              <a:buNone/>
              <a:defRPr>
                <a:solidFill>
                  <a:srgbClr val="222525"/>
                </a:solidFill>
              </a:defRPr>
            </a:lvl5pPr>
            <a:lvl6pPr lvl="5" rtl="0" algn="ctr">
              <a:spcBef>
                <a:spcPts val="0"/>
              </a:spcBef>
              <a:spcAft>
                <a:spcPts val="0"/>
              </a:spcAft>
              <a:buNone/>
              <a:defRPr>
                <a:solidFill>
                  <a:srgbClr val="222525"/>
                </a:solidFill>
              </a:defRPr>
            </a:lvl6pPr>
            <a:lvl7pPr lvl="6" rtl="0" algn="ctr">
              <a:spcBef>
                <a:spcPts val="0"/>
              </a:spcBef>
              <a:spcAft>
                <a:spcPts val="0"/>
              </a:spcAft>
              <a:buNone/>
              <a:defRPr>
                <a:solidFill>
                  <a:srgbClr val="222525"/>
                </a:solidFill>
              </a:defRPr>
            </a:lvl7pPr>
            <a:lvl8pPr lvl="7" rtl="0" algn="ctr">
              <a:spcBef>
                <a:spcPts val="0"/>
              </a:spcBef>
              <a:spcAft>
                <a:spcPts val="0"/>
              </a:spcAft>
              <a:buNone/>
              <a:defRPr>
                <a:solidFill>
                  <a:srgbClr val="222525"/>
                </a:solidFill>
              </a:defRPr>
            </a:lvl8pPr>
            <a:lvl9pPr lvl="8" rtl="0" algn="ctr">
              <a:spcBef>
                <a:spcPts val="0"/>
              </a:spcBef>
              <a:spcAft>
                <a:spcPts val="0"/>
              </a:spcAft>
              <a:buNone/>
              <a:defRPr>
                <a:solidFill>
                  <a:srgbClr val="222525"/>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Slide">
  <p:cSld name="TITLE_2">
    <p:spTree>
      <p:nvGrpSpPr>
        <p:cNvPr id="95" name="Shape 95"/>
        <p:cNvGrpSpPr/>
        <p:nvPr/>
      </p:nvGrpSpPr>
      <p:grpSpPr>
        <a:xfrm>
          <a:off x="0" y="0"/>
          <a:ext cx="0" cy="0"/>
          <a:chOff x="0" y="0"/>
          <a:chExt cx="0" cy="0"/>
        </a:xfrm>
      </p:grpSpPr>
      <p:sp>
        <p:nvSpPr>
          <p:cNvPr id="96" name="Google Shape;96;p25"/>
          <p:cNvSpPr txBox="1"/>
          <p:nvPr>
            <p:ph type="title"/>
          </p:nvPr>
        </p:nvSpPr>
        <p:spPr>
          <a:xfrm>
            <a:off x="349125" y="155250"/>
            <a:ext cx="8468400" cy="10818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000">
                <a:solidFill>
                  <a:srgbClr val="222525"/>
                </a:solidFill>
                <a:latin typeface="Song Myung"/>
                <a:ea typeface="Song Myung"/>
                <a:cs typeface="Song Myung"/>
                <a:sym typeface="Song Myung"/>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97" name="Google Shape;97;p25"/>
          <p:cNvSpPr txBox="1"/>
          <p:nvPr/>
        </p:nvSpPr>
        <p:spPr>
          <a:xfrm>
            <a:off x="329300" y="4754425"/>
            <a:ext cx="331200" cy="28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en" sz="600">
                <a:solidFill>
                  <a:srgbClr val="777777"/>
                </a:solidFill>
                <a:latin typeface="Proxima Nova"/>
                <a:ea typeface="Proxima Nova"/>
                <a:cs typeface="Proxima Nova"/>
                <a:sym typeface="Proxima Nova"/>
              </a:rPr>
              <a:t>‹#›</a:t>
            </a:fld>
            <a:endParaRPr sz="600">
              <a:solidFill>
                <a:srgbClr val="777777"/>
              </a:solidFill>
              <a:latin typeface="Proxima Nova"/>
              <a:ea typeface="Proxima Nova"/>
              <a:cs typeface="Proxima Nova"/>
              <a:sym typeface="Proxima Nova"/>
            </a:endParaRPr>
          </a:p>
        </p:txBody>
      </p:sp>
      <p:sp>
        <p:nvSpPr>
          <p:cNvPr id="98" name="Google Shape;98;p25"/>
          <p:cNvSpPr txBox="1"/>
          <p:nvPr>
            <p:ph idx="1" type="subTitle"/>
          </p:nvPr>
        </p:nvSpPr>
        <p:spPr>
          <a:xfrm>
            <a:off x="349125" y="772100"/>
            <a:ext cx="4728000" cy="465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b="1">
                <a:solidFill>
                  <a:srgbClr val="F45D48"/>
                </a:solidFill>
                <a:latin typeface="Proxima Nova"/>
                <a:ea typeface="Proxima Nova"/>
                <a:cs typeface="Proxima Nova"/>
                <a:sym typeface="Proxima Nova"/>
              </a:defRPr>
            </a:lvl1pPr>
            <a:lvl2pPr lvl="1" rtl="0">
              <a:spcBef>
                <a:spcPts val="0"/>
              </a:spcBef>
              <a:spcAft>
                <a:spcPts val="0"/>
              </a:spcAft>
              <a:buNone/>
              <a:defRPr>
                <a:solidFill>
                  <a:srgbClr val="4F5057"/>
                </a:solidFill>
              </a:defRPr>
            </a:lvl2pPr>
            <a:lvl3pPr lvl="2" rtl="0">
              <a:spcBef>
                <a:spcPts val="0"/>
              </a:spcBef>
              <a:spcAft>
                <a:spcPts val="0"/>
              </a:spcAft>
              <a:buNone/>
              <a:defRPr>
                <a:solidFill>
                  <a:srgbClr val="4F5057"/>
                </a:solidFill>
              </a:defRPr>
            </a:lvl3pPr>
            <a:lvl4pPr lvl="3" rtl="0">
              <a:spcBef>
                <a:spcPts val="0"/>
              </a:spcBef>
              <a:spcAft>
                <a:spcPts val="0"/>
              </a:spcAft>
              <a:buNone/>
              <a:defRPr>
                <a:solidFill>
                  <a:srgbClr val="4F5057"/>
                </a:solidFill>
              </a:defRPr>
            </a:lvl4pPr>
            <a:lvl5pPr lvl="4" rtl="0">
              <a:spcBef>
                <a:spcPts val="0"/>
              </a:spcBef>
              <a:spcAft>
                <a:spcPts val="0"/>
              </a:spcAft>
              <a:buNone/>
              <a:defRPr>
                <a:solidFill>
                  <a:srgbClr val="4F5057"/>
                </a:solidFill>
              </a:defRPr>
            </a:lvl5pPr>
            <a:lvl6pPr lvl="5" rtl="0">
              <a:spcBef>
                <a:spcPts val="0"/>
              </a:spcBef>
              <a:spcAft>
                <a:spcPts val="0"/>
              </a:spcAft>
              <a:buNone/>
              <a:defRPr>
                <a:solidFill>
                  <a:srgbClr val="4F5057"/>
                </a:solidFill>
              </a:defRPr>
            </a:lvl6pPr>
            <a:lvl7pPr lvl="6" rtl="0">
              <a:spcBef>
                <a:spcPts val="0"/>
              </a:spcBef>
              <a:spcAft>
                <a:spcPts val="0"/>
              </a:spcAft>
              <a:buNone/>
              <a:defRPr>
                <a:solidFill>
                  <a:srgbClr val="4F5057"/>
                </a:solidFill>
              </a:defRPr>
            </a:lvl7pPr>
            <a:lvl8pPr lvl="7" rtl="0">
              <a:spcBef>
                <a:spcPts val="0"/>
              </a:spcBef>
              <a:spcAft>
                <a:spcPts val="0"/>
              </a:spcAft>
              <a:buNone/>
              <a:defRPr>
                <a:solidFill>
                  <a:srgbClr val="4F5057"/>
                </a:solidFill>
              </a:defRPr>
            </a:lvl8pPr>
            <a:lvl9pPr lvl="8" rtl="0">
              <a:spcBef>
                <a:spcPts val="0"/>
              </a:spcBef>
              <a:spcAft>
                <a:spcPts val="0"/>
              </a:spcAft>
              <a:buNone/>
              <a:defRPr>
                <a:solidFill>
                  <a:srgbClr val="4F5057"/>
                </a:solidFill>
              </a:defRPr>
            </a:lvl9pPr>
          </a:lstStyle>
          <a:p/>
        </p:txBody>
      </p:sp>
      <p:pic>
        <p:nvPicPr>
          <p:cNvPr id="99" name="Google Shape;99;p25"/>
          <p:cNvPicPr preferRelativeResize="0"/>
          <p:nvPr/>
        </p:nvPicPr>
        <p:blipFill rotWithShape="1">
          <a:blip r:embed="rId2">
            <a:alphaModFix/>
          </a:blip>
          <a:srcRect b="10" l="0" r="0" t="0"/>
          <a:stretch/>
        </p:blipFill>
        <p:spPr>
          <a:xfrm>
            <a:off x="8462125" y="4810682"/>
            <a:ext cx="439132" cy="168573"/>
          </a:xfrm>
          <a:prstGeom prst="rect">
            <a:avLst/>
          </a:prstGeom>
          <a:noFill/>
          <a:ln>
            <a:noFill/>
          </a:ln>
        </p:spPr>
      </p:pic>
      <p:sp>
        <p:nvSpPr>
          <p:cNvPr id="100" name="Google Shape;100;p25"/>
          <p:cNvSpPr txBox="1"/>
          <p:nvPr>
            <p:ph idx="2" type="body"/>
          </p:nvPr>
        </p:nvSpPr>
        <p:spPr>
          <a:xfrm>
            <a:off x="349125" y="1355550"/>
            <a:ext cx="6072600" cy="2432400"/>
          </a:xfrm>
          <a:prstGeom prst="rect">
            <a:avLst/>
          </a:prstGeom>
          <a:noFill/>
          <a:ln>
            <a:noFill/>
          </a:ln>
        </p:spPr>
        <p:txBody>
          <a:bodyPr anchorCtr="0" anchor="t" bIns="91425" lIns="91425" spcFirstLastPara="1" rIns="91425" wrap="square" tIns="91425">
            <a:noAutofit/>
          </a:bodyPr>
          <a:lstStyle>
            <a:lvl1pPr indent="-304800" lvl="0" marL="457200" rtl="0">
              <a:spcBef>
                <a:spcPts val="0"/>
              </a:spcBef>
              <a:spcAft>
                <a:spcPts val="0"/>
              </a:spcAft>
              <a:buSzPts val="1200"/>
              <a:buFont typeface="Proxima Nova"/>
              <a:buChar char="●"/>
              <a:defRPr sz="1200">
                <a:latin typeface="Proxima Nova"/>
                <a:ea typeface="Proxima Nova"/>
                <a:cs typeface="Proxima Nova"/>
                <a:sym typeface="Proxima Nova"/>
              </a:defRPr>
            </a:lvl1pPr>
            <a:lvl2pPr indent="-304800" lvl="1" marL="914400" rtl="0">
              <a:spcBef>
                <a:spcPts val="0"/>
              </a:spcBef>
              <a:spcAft>
                <a:spcPts val="0"/>
              </a:spcAft>
              <a:buSzPts val="1200"/>
              <a:buFont typeface="Proxima Nova"/>
              <a:buChar char="○"/>
              <a:defRPr sz="1200">
                <a:latin typeface="Proxima Nova"/>
                <a:ea typeface="Proxima Nova"/>
                <a:cs typeface="Proxima Nova"/>
                <a:sym typeface="Proxima Nova"/>
              </a:defRPr>
            </a:lvl2pPr>
            <a:lvl3pPr indent="-304800" lvl="2" marL="1371600" rtl="0">
              <a:spcBef>
                <a:spcPts val="0"/>
              </a:spcBef>
              <a:spcAft>
                <a:spcPts val="0"/>
              </a:spcAft>
              <a:buSzPts val="1200"/>
              <a:buFont typeface="Proxima Nova"/>
              <a:buChar char="■"/>
              <a:defRPr sz="1200">
                <a:latin typeface="Proxima Nova"/>
                <a:ea typeface="Proxima Nova"/>
                <a:cs typeface="Proxima Nova"/>
                <a:sym typeface="Proxima Nova"/>
              </a:defRPr>
            </a:lvl3pPr>
            <a:lvl4pPr indent="-304800" lvl="3" marL="1828800" rtl="0">
              <a:spcBef>
                <a:spcPts val="0"/>
              </a:spcBef>
              <a:spcAft>
                <a:spcPts val="0"/>
              </a:spcAft>
              <a:buSzPts val="1200"/>
              <a:buFont typeface="Proxima Nova"/>
              <a:buChar char="●"/>
              <a:defRPr sz="1200">
                <a:latin typeface="Proxima Nova"/>
                <a:ea typeface="Proxima Nova"/>
                <a:cs typeface="Proxima Nova"/>
                <a:sym typeface="Proxima Nova"/>
              </a:defRPr>
            </a:lvl4pPr>
            <a:lvl5pPr indent="-304800" lvl="4" marL="2286000" rtl="0">
              <a:spcBef>
                <a:spcPts val="0"/>
              </a:spcBef>
              <a:spcAft>
                <a:spcPts val="0"/>
              </a:spcAft>
              <a:buSzPts val="1200"/>
              <a:buFont typeface="Proxima Nova"/>
              <a:buChar char="○"/>
              <a:defRPr sz="1200">
                <a:latin typeface="Proxima Nova"/>
                <a:ea typeface="Proxima Nova"/>
                <a:cs typeface="Proxima Nova"/>
                <a:sym typeface="Proxima Nova"/>
              </a:defRPr>
            </a:lvl5pPr>
            <a:lvl6pPr indent="-304800" lvl="5" marL="2743200" rtl="0">
              <a:spcBef>
                <a:spcPts val="0"/>
              </a:spcBef>
              <a:spcAft>
                <a:spcPts val="0"/>
              </a:spcAft>
              <a:buSzPts val="1200"/>
              <a:buFont typeface="Proxima Nova"/>
              <a:buChar char="■"/>
              <a:defRPr sz="1200">
                <a:latin typeface="Proxima Nova"/>
                <a:ea typeface="Proxima Nova"/>
                <a:cs typeface="Proxima Nova"/>
                <a:sym typeface="Proxima Nova"/>
              </a:defRPr>
            </a:lvl6pPr>
            <a:lvl7pPr indent="-304800" lvl="6" marL="3200400" rtl="0">
              <a:spcBef>
                <a:spcPts val="0"/>
              </a:spcBef>
              <a:spcAft>
                <a:spcPts val="0"/>
              </a:spcAft>
              <a:buSzPts val="1200"/>
              <a:buFont typeface="Proxima Nova"/>
              <a:buChar char="●"/>
              <a:defRPr sz="1200">
                <a:latin typeface="Proxima Nova"/>
                <a:ea typeface="Proxima Nova"/>
                <a:cs typeface="Proxima Nova"/>
                <a:sym typeface="Proxima Nova"/>
              </a:defRPr>
            </a:lvl7pPr>
            <a:lvl8pPr indent="-304800" lvl="7" marL="3657600" rtl="0">
              <a:spcBef>
                <a:spcPts val="0"/>
              </a:spcBef>
              <a:spcAft>
                <a:spcPts val="0"/>
              </a:spcAft>
              <a:buSzPts val="1200"/>
              <a:buFont typeface="Proxima Nova"/>
              <a:buChar char="○"/>
              <a:defRPr sz="1200">
                <a:latin typeface="Proxima Nova"/>
                <a:ea typeface="Proxima Nova"/>
                <a:cs typeface="Proxima Nova"/>
                <a:sym typeface="Proxima Nova"/>
              </a:defRPr>
            </a:lvl8pPr>
            <a:lvl9pPr indent="-304800" lvl="8" marL="4114800" rtl="0">
              <a:spcBef>
                <a:spcPts val="0"/>
              </a:spcBef>
              <a:spcAft>
                <a:spcPts val="0"/>
              </a:spcAft>
              <a:buSzPts val="1200"/>
              <a:buFont typeface="Proxima Nova"/>
              <a:buChar char="■"/>
              <a:defRPr sz="1200">
                <a:latin typeface="Proxima Nova"/>
                <a:ea typeface="Proxima Nova"/>
                <a:cs typeface="Proxima Nova"/>
                <a:sym typeface="Proxima Nova"/>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Slide with Side Bar">
  <p:cSld name="CUSTOM_3">
    <p:spTree>
      <p:nvGrpSpPr>
        <p:cNvPr id="101" name="Shape 101"/>
        <p:cNvGrpSpPr/>
        <p:nvPr/>
      </p:nvGrpSpPr>
      <p:grpSpPr>
        <a:xfrm>
          <a:off x="0" y="0"/>
          <a:ext cx="0" cy="0"/>
          <a:chOff x="0" y="0"/>
          <a:chExt cx="0" cy="0"/>
        </a:xfrm>
      </p:grpSpPr>
      <p:sp>
        <p:nvSpPr>
          <p:cNvPr id="102" name="Google Shape;102;p26"/>
          <p:cNvSpPr/>
          <p:nvPr/>
        </p:nvSpPr>
        <p:spPr>
          <a:xfrm>
            <a:off x="0" y="0"/>
            <a:ext cx="3563700" cy="5143500"/>
          </a:xfrm>
          <a:prstGeom prst="rect">
            <a:avLst/>
          </a:prstGeom>
          <a:solidFill>
            <a:srgbClr val="F7F4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6"/>
          <p:cNvSpPr txBox="1"/>
          <p:nvPr>
            <p:ph type="title"/>
          </p:nvPr>
        </p:nvSpPr>
        <p:spPr>
          <a:xfrm>
            <a:off x="349125" y="155250"/>
            <a:ext cx="8468400" cy="10818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000">
                <a:solidFill>
                  <a:srgbClr val="444649"/>
                </a:solidFill>
                <a:latin typeface="Song Myung"/>
                <a:ea typeface="Song Myung"/>
                <a:cs typeface="Song Myung"/>
                <a:sym typeface="Song Myung"/>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04" name="Google Shape;104;p26"/>
          <p:cNvSpPr txBox="1"/>
          <p:nvPr/>
        </p:nvSpPr>
        <p:spPr>
          <a:xfrm>
            <a:off x="329300" y="4754425"/>
            <a:ext cx="331200" cy="28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en" sz="600">
                <a:solidFill>
                  <a:srgbClr val="777777"/>
                </a:solidFill>
                <a:latin typeface="Proxima Nova"/>
                <a:ea typeface="Proxima Nova"/>
                <a:cs typeface="Proxima Nova"/>
                <a:sym typeface="Proxima Nova"/>
              </a:rPr>
              <a:t>‹#›</a:t>
            </a:fld>
            <a:endParaRPr sz="600">
              <a:solidFill>
                <a:srgbClr val="777777"/>
              </a:solidFill>
              <a:latin typeface="Proxima Nova"/>
              <a:ea typeface="Proxima Nova"/>
              <a:cs typeface="Proxima Nova"/>
              <a:sym typeface="Proxima Nova"/>
            </a:endParaRPr>
          </a:p>
        </p:txBody>
      </p:sp>
      <p:sp>
        <p:nvSpPr>
          <p:cNvPr id="105" name="Google Shape;105;p26"/>
          <p:cNvSpPr txBox="1"/>
          <p:nvPr>
            <p:ph idx="1" type="subTitle"/>
          </p:nvPr>
        </p:nvSpPr>
        <p:spPr>
          <a:xfrm>
            <a:off x="349125" y="772100"/>
            <a:ext cx="4728000" cy="465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b="1">
                <a:solidFill>
                  <a:srgbClr val="F45D48"/>
                </a:solidFill>
                <a:latin typeface="Proxima Nova"/>
                <a:ea typeface="Proxima Nova"/>
                <a:cs typeface="Proxima Nova"/>
                <a:sym typeface="Proxima Nova"/>
              </a:defRPr>
            </a:lvl1pPr>
            <a:lvl2pPr lvl="1" rtl="0">
              <a:spcBef>
                <a:spcPts val="0"/>
              </a:spcBef>
              <a:spcAft>
                <a:spcPts val="0"/>
              </a:spcAft>
              <a:buNone/>
              <a:defRPr>
                <a:solidFill>
                  <a:srgbClr val="4F5057"/>
                </a:solidFill>
              </a:defRPr>
            </a:lvl2pPr>
            <a:lvl3pPr lvl="2" rtl="0">
              <a:spcBef>
                <a:spcPts val="0"/>
              </a:spcBef>
              <a:spcAft>
                <a:spcPts val="0"/>
              </a:spcAft>
              <a:buNone/>
              <a:defRPr>
                <a:solidFill>
                  <a:srgbClr val="4F5057"/>
                </a:solidFill>
              </a:defRPr>
            </a:lvl3pPr>
            <a:lvl4pPr lvl="3" rtl="0">
              <a:spcBef>
                <a:spcPts val="0"/>
              </a:spcBef>
              <a:spcAft>
                <a:spcPts val="0"/>
              </a:spcAft>
              <a:buNone/>
              <a:defRPr>
                <a:solidFill>
                  <a:srgbClr val="4F5057"/>
                </a:solidFill>
              </a:defRPr>
            </a:lvl4pPr>
            <a:lvl5pPr lvl="4" rtl="0">
              <a:spcBef>
                <a:spcPts val="0"/>
              </a:spcBef>
              <a:spcAft>
                <a:spcPts val="0"/>
              </a:spcAft>
              <a:buNone/>
              <a:defRPr>
                <a:solidFill>
                  <a:srgbClr val="4F5057"/>
                </a:solidFill>
              </a:defRPr>
            </a:lvl5pPr>
            <a:lvl6pPr lvl="5" rtl="0">
              <a:spcBef>
                <a:spcPts val="0"/>
              </a:spcBef>
              <a:spcAft>
                <a:spcPts val="0"/>
              </a:spcAft>
              <a:buNone/>
              <a:defRPr>
                <a:solidFill>
                  <a:srgbClr val="4F5057"/>
                </a:solidFill>
              </a:defRPr>
            </a:lvl6pPr>
            <a:lvl7pPr lvl="6" rtl="0">
              <a:spcBef>
                <a:spcPts val="0"/>
              </a:spcBef>
              <a:spcAft>
                <a:spcPts val="0"/>
              </a:spcAft>
              <a:buNone/>
              <a:defRPr>
                <a:solidFill>
                  <a:srgbClr val="4F5057"/>
                </a:solidFill>
              </a:defRPr>
            </a:lvl7pPr>
            <a:lvl8pPr lvl="7" rtl="0">
              <a:spcBef>
                <a:spcPts val="0"/>
              </a:spcBef>
              <a:spcAft>
                <a:spcPts val="0"/>
              </a:spcAft>
              <a:buNone/>
              <a:defRPr>
                <a:solidFill>
                  <a:srgbClr val="4F5057"/>
                </a:solidFill>
              </a:defRPr>
            </a:lvl8pPr>
            <a:lvl9pPr lvl="8" rtl="0">
              <a:spcBef>
                <a:spcPts val="0"/>
              </a:spcBef>
              <a:spcAft>
                <a:spcPts val="0"/>
              </a:spcAft>
              <a:buNone/>
              <a:defRPr>
                <a:solidFill>
                  <a:srgbClr val="4F5057"/>
                </a:solidFill>
              </a:defRPr>
            </a:lvl9pPr>
          </a:lstStyle>
          <a:p/>
        </p:txBody>
      </p:sp>
      <p:sp>
        <p:nvSpPr>
          <p:cNvPr id="106" name="Google Shape;106;p26"/>
          <p:cNvSpPr txBox="1"/>
          <p:nvPr>
            <p:ph idx="2" type="subTitle"/>
          </p:nvPr>
        </p:nvSpPr>
        <p:spPr>
          <a:xfrm>
            <a:off x="387550" y="2295025"/>
            <a:ext cx="4728000" cy="465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b="1">
                <a:solidFill>
                  <a:srgbClr val="4F5057"/>
                </a:solidFill>
                <a:latin typeface="Proxima Nova"/>
                <a:ea typeface="Proxima Nova"/>
                <a:cs typeface="Proxima Nova"/>
                <a:sym typeface="Proxima Nova"/>
              </a:defRPr>
            </a:lvl1pPr>
            <a:lvl2pPr lvl="1" rtl="0">
              <a:spcBef>
                <a:spcPts val="0"/>
              </a:spcBef>
              <a:spcAft>
                <a:spcPts val="0"/>
              </a:spcAft>
              <a:buNone/>
              <a:defRPr>
                <a:solidFill>
                  <a:srgbClr val="4F5057"/>
                </a:solidFill>
              </a:defRPr>
            </a:lvl2pPr>
            <a:lvl3pPr lvl="2" rtl="0">
              <a:spcBef>
                <a:spcPts val="0"/>
              </a:spcBef>
              <a:spcAft>
                <a:spcPts val="0"/>
              </a:spcAft>
              <a:buNone/>
              <a:defRPr>
                <a:solidFill>
                  <a:srgbClr val="4F5057"/>
                </a:solidFill>
              </a:defRPr>
            </a:lvl3pPr>
            <a:lvl4pPr lvl="3" rtl="0">
              <a:spcBef>
                <a:spcPts val="0"/>
              </a:spcBef>
              <a:spcAft>
                <a:spcPts val="0"/>
              </a:spcAft>
              <a:buNone/>
              <a:defRPr>
                <a:solidFill>
                  <a:srgbClr val="4F5057"/>
                </a:solidFill>
              </a:defRPr>
            </a:lvl4pPr>
            <a:lvl5pPr lvl="4" rtl="0">
              <a:spcBef>
                <a:spcPts val="0"/>
              </a:spcBef>
              <a:spcAft>
                <a:spcPts val="0"/>
              </a:spcAft>
              <a:buNone/>
              <a:defRPr>
                <a:solidFill>
                  <a:srgbClr val="4F5057"/>
                </a:solidFill>
              </a:defRPr>
            </a:lvl5pPr>
            <a:lvl6pPr lvl="5" rtl="0">
              <a:spcBef>
                <a:spcPts val="0"/>
              </a:spcBef>
              <a:spcAft>
                <a:spcPts val="0"/>
              </a:spcAft>
              <a:buNone/>
              <a:defRPr>
                <a:solidFill>
                  <a:srgbClr val="4F5057"/>
                </a:solidFill>
              </a:defRPr>
            </a:lvl6pPr>
            <a:lvl7pPr lvl="6" rtl="0">
              <a:spcBef>
                <a:spcPts val="0"/>
              </a:spcBef>
              <a:spcAft>
                <a:spcPts val="0"/>
              </a:spcAft>
              <a:buNone/>
              <a:defRPr>
                <a:solidFill>
                  <a:srgbClr val="4F5057"/>
                </a:solidFill>
              </a:defRPr>
            </a:lvl7pPr>
            <a:lvl8pPr lvl="7" rtl="0">
              <a:spcBef>
                <a:spcPts val="0"/>
              </a:spcBef>
              <a:spcAft>
                <a:spcPts val="0"/>
              </a:spcAft>
              <a:buNone/>
              <a:defRPr>
                <a:solidFill>
                  <a:srgbClr val="4F5057"/>
                </a:solidFill>
              </a:defRPr>
            </a:lvl8pPr>
            <a:lvl9pPr lvl="8" rtl="0">
              <a:spcBef>
                <a:spcPts val="0"/>
              </a:spcBef>
              <a:spcAft>
                <a:spcPts val="0"/>
              </a:spcAft>
              <a:buNone/>
              <a:defRPr>
                <a:solidFill>
                  <a:srgbClr val="4F5057"/>
                </a:solidFill>
              </a:defRPr>
            </a:lvl9pPr>
          </a:lstStyle>
          <a:p/>
        </p:txBody>
      </p:sp>
      <p:sp>
        <p:nvSpPr>
          <p:cNvPr id="107" name="Google Shape;107;p26"/>
          <p:cNvSpPr txBox="1"/>
          <p:nvPr>
            <p:ph idx="3" type="subTitle"/>
          </p:nvPr>
        </p:nvSpPr>
        <p:spPr>
          <a:xfrm>
            <a:off x="387550" y="2582025"/>
            <a:ext cx="4728000" cy="465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1100">
                <a:solidFill>
                  <a:srgbClr val="4F5057"/>
                </a:solidFill>
                <a:latin typeface="Proxima Nova"/>
                <a:ea typeface="Proxima Nova"/>
                <a:cs typeface="Proxima Nova"/>
                <a:sym typeface="Proxima Nova"/>
              </a:defRPr>
            </a:lvl1pPr>
            <a:lvl2pPr lvl="1" rtl="0">
              <a:spcBef>
                <a:spcPts val="0"/>
              </a:spcBef>
              <a:spcAft>
                <a:spcPts val="0"/>
              </a:spcAft>
              <a:buNone/>
              <a:defRPr>
                <a:solidFill>
                  <a:srgbClr val="4F5057"/>
                </a:solidFill>
              </a:defRPr>
            </a:lvl2pPr>
            <a:lvl3pPr lvl="2" rtl="0">
              <a:spcBef>
                <a:spcPts val="0"/>
              </a:spcBef>
              <a:spcAft>
                <a:spcPts val="0"/>
              </a:spcAft>
              <a:buNone/>
              <a:defRPr>
                <a:solidFill>
                  <a:srgbClr val="4F5057"/>
                </a:solidFill>
              </a:defRPr>
            </a:lvl3pPr>
            <a:lvl4pPr lvl="3" rtl="0">
              <a:spcBef>
                <a:spcPts val="0"/>
              </a:spcBef>
              <a:spcAft>
                <a:spcPts val="0"/>
              </a:spcAft>
              <a:buNone/>
              <a:defRPr>
                <a:solidFill>
                  <a:srgbClr val="4F5057"/>
                </a:solidFill>
              </a:defRPr>
            </a:lvl4pPr>
            <a:lvl5pPr lvl="4" rtl="0">
              <a:spcBef>
                <a:spcPts val="0"/>
              </a:spcBef>
              <a:spcAft>
                <a:spcPts val="0"/>
              </a:spcAft>
              <a:buNone/>
              <a:defRPr>
                <a:solidFill>
                  <a:srgbClr val="4F5057"/>
                </a:solidFill>
              </a:defRPr>
            </a:lvl5pPr>
            <a:lvl6pPr lvl="5" rtl="0">
              <a:spcBef>
                <a:spcPts val="0"/>
              </a:spcBef>
              <a:spcAft>
                <a:spcPts val="0"/>
              </a:spcAft>
              <a:buNone/>
              <a:defRPr>
                <a:solidFill>
                  <a:srgbClr val="4F5057"/>
                </a:solidFill>
              </a:defRPr>
            </a:lvl6pPr>
            <a:lvl7pPr lvl="6" rtl="0">
              <a:spcBef>
                <a:spcPts val="0"/>
              </a:spcBef>
              <a:spcAft>
                <a:spcPts val="0"/>
              </a:spcAft>
              <a:buNone/>
              <a:defRPr>
                <a:solidFill>
                  <a:srgbClr val="4F5057"/>
                </a:solidFill>
              </a:defRPr>
            </a:lvl7pPr>
            <a:lvl8pPr lvl="7" rtl="0">
              <a:spcBef>
                <a:spcPts val="0"/>
              </a:spcBef>
              <a:spcAft>
                <a:spcPts val="0"/>
              </a:spcAft>
              <a:buNone/>
              <a:defRPr>
                <a:solidFill>
                  <a:srgbClr val="4F5057"/>
                </a:solidFill>
              </a:defRPr>
            </a:lvl8pPr>
            <a:lvl9pPr lvl="8" rtl="0">
              <a:spcBef>
                <a:spcPts val="0"/>
              </a:spcBef>
              <a:spcAft>
                <a:spcPts val="0"/>
              </a:spcAft>
              <a:buNone/>
              <a:defRPr>
                <a:solidFill>
                  <a:srgbClr val="4F5057"/>
                </a:solidFill>
              </a:defRPr>
            </a:lvl9pPr>
          </a:lstStyle>
          <a:p/>
        </p:txBody>
      </p:sp>
      <p:pic>
        <p:nvPicPr>
          <p:cNvPr id="108" name="Google Shape;108;p26"/>
          <p:cNvPicPr preferRelativeResize="0"/>
          <p:nvPr/>
        </p:nvPicPr>
        <p:blipFill rotWithShape="1">
          <a:blip r:embed="rId2">
            <a:alphaModFix/>
          </a:blip>
          <a:srcRect b="10" l="0" r="0" t="0"/>
          <a:stretch/>
        </p:blipFill>
        <p:spPr>
          <a:xfrm>
            <a:off x="8462125" y="4810682"/>
            <a:ext cx="439132" cy="168573"/>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divider / title slide over color">
  <p:cSld name="TITLE_AND_BODY_2">
    <p:bg>
      <p:bgPr>
        <a:solidFill>
          <a:srgbClr val="25D6C9"/>
        </a:solidFill>
      </p:bgPr>
    </p:bg>
    <p:spTree>
      <p:nvGrpSpPr>
        <p:cNvPr id="109" name="Shape 109"/>
        <p:cNvGrpSpPr/>
        <p:nvPr/>
      </p:nvGrpSpPr>
      <p:grpSpPr>
        <a:xfrm>
          <a:off x="0" y="0"/>
          <a:ext cx="0" cy="0"/>
          <a:chOff x="0" y="0"/>
          <a:chExt cx="0" cy="0"/>
        </a:xfrm>
      </p:grpSpPr>
      <p:sp>
        <p:nvSpPr>
          <p:cNvPr id="110" name="Google Shape;110;p27"/>
          <p:cNvSpPr txBox="1"/>
          <p:nvPr>
            <p:ph type="title"/>
          </p:nvPr>
        </p:nvSpPr>
        <p:spPr>
          <a:xfrm>
            <a:off x="1947000" y="1796400"/>
            <a:ext cx="5250000" cy="1550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None/>
              <a:defRPr b="1" sz="2800">
                <a:solidFill>
                  <a:srgbClr val="FFFFFF"/>
                </a:solidFill>
                <a:latin typeface="Proxima Nova"/>
                <a:ea typeface="Proxima Nova"/>
                <a:cs typeface="Proxima Nova"/>
                <a:sym typeface="Proxima Nova"/>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Slide 20">
  <p:cSld name="TITLE_2_24">
    <p:spTree>
      <p:nvGrpSpPr>
        <p:cNvPr id="111" name="Shape 111"/>
        <p:cNvGrpSpPr/>
        <p:nvPr/>
      </p:nvGrpSpPr>
      <p:grpSpPr>
        <a:xfrm>
          <a:off x="0" y="0"/>
          <a:ext cx="0" cy="0"/>
          <a:chOff x="0" y="0"/>
          <a:chExt cx="0" cy="0"/>
        </a:xfrm>
      </p:grpSpPr>
      <p:sp>
        <p:nvSpPr>
          <p:cNvPr id="112" name="Google Shape;112;p28"/>
          <p:cNvSpPr txBox="1"/>
          <p:nvPr>
            <p:ph type="title"/>
          </p:nvPr>
        </p:nvSpPr>
        <p:spPr>
          <a:xfrm>
            <a:off x="349125" y="155250"/>
            <a:ext cx="8468400" cy="10818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sz="3000">
                <a:solidFill>
                  <a:srgbClr val="222525"/>
                </a:solidFill>
                <a:latin typeface="Song Myung"/>
                <a:ea typeface="Song Myung"/>
                <a:cs typeface="Song Myung"/>
                <a:sym typeface="Song Myung"/>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13" name="Google Shape;113;p28"/>
          <p:cNvSpPr txBox="1"/>
          <p:nvPr/>
        </p:nvSpPr>
        <p:spPr>
          <a:xfrm>
            <a:off x="329300" y="4754425"/>
            <a:ext cx="331200" cy="28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en" sz="600">
                <a:solidFill>
                  <a:srgbClr val="777777"/>
                </a:solidFill>
                <a:latin typeface="Proxima Nova"/>
                <a:ea typeface="Proxima Nova"/>
                <a:cs typeface="Proxima Nova"/>
                <a:sym typeface="Proxima Nova"/>
              </a:rPr>
              <a:t>‹#›</a:t>
            </a:fld>
            <a:endParaRPr sz="600">
              <a:solidFill>
                <a:srgbClr val="777777"/>
              </a:solidFill>
              <a:latin typeface="Proxima Nova"/>
              <a:ea typeface="Proxima Nova"/>
              <a:cs typeface="Proxima Nova"/>
              <a:sym typeface="Proxima Nova"/>
            </a:endParaRPr>
          </a:p>
        </p:txBody>
      </p:sp>
      <p:sp>
        <p:nvSpPr>
          <p:cNvPr id="114" name="Google Shape;114;p28"/>
          <p:cNvSpPr txBox="1"/>
          <p:nvPr>
            <p:ph idx="1" type="subTitle"/>
          </p:nvPr>
        </p:nvSpPr>
        <p:spPr>
          <a:xfrm>
            <a:off x="349125" y="772100"/>
            <a:ext cx="4728000" cy="465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None/>
              <a:defRPr b="1">
                <a:solidFill>
                  <a:srgbClr val="F45D48"/>
                </a:solidFill>
                <a:latin typeface="Proxima Nova"/>
                <a:ea typeface="Proxima Nova"/>
                <a:cs typeface="Proxima Nova"/>
                <a:sym typeface="Proxima Nova"/>
              </a:defRPr>
            </a:lvl1pPr>
            <a:lvl2pPr lvl="1" rtl="0">
              <a:spcBef>
                <a:spcPts val="0"/>
              </a:spcBef>
              <a:spcAft>
                <a:spcPts val="0"/>
              </a:spcAft>
              <a:buNone/>
              <a:defRPr>
                <a:solidFill>
                  <a:srgbClr val="4F5057"/>
                </a:solidFill>
              </a:defRPr>
            </a:lvl2pPr>
            <a:lvl3pPr lvl="2" rtl="0">
              <a:spcBef>
                <a:spcPts val="0"/>
              </a:spcBef>
              <a:spcAft>
                <a:spcPts val="0"/>
              </a:spcAft>
              <a:buNone/>
              <a:defRPr>
                <a:solidFill>
                  <a:srgbClr val="4F5057"/>
                </a:solidFill>
              </a:defRPr>
            </a:lvl3pPr>
            <a:lvl4pPr lvl="3" rtl="0">
              <a:spcBef>
                <a:spcPts val="0"/>
              </a:spcBef>
              <a:spcAft>
                <a:spcPts val="0"/>
              </a:spcAft>
              <a:buNone/>
              <a:defRPr>
                <a:solidFill>
                  <a:srgbClr val="4F5057"/>
                </a:solidFill>
              </a:defRPr>
            </a:lvl4pPr>
            <a:lvl5pPr lvl="4" rtl="0">
              <a:spcBef>
                <a:spcPts val="0"/>
              </a:spcBef>
              <a:spcAft>
                <a:spcPts val="0"/>
              </a:spcAft>
              <a:buNone/>
              <a:defRPr>
                <a:solidFill>
                  <a:srgbClr val="4F5057"/>
                </a:solidFill>
              </a:defRPr>
            </a:lvl5pPr>
            <a:lvl6pPr lvl="5" rtl="0">
              <a:spcBef>
                <a:spcPts val="0"/>
              </a:spcBef>
              <a:spcAft>
                <a:spcPts val="0"/>
              </a:spcAft>
              <a:buNone/>
              <a:defRPr>
                <a:solidFill>
                  <a:srgbClr val="4F5057"/>
                </a:solidFill>
              </a:defRPr>
            </a:lvl6pPr>
            <a:lvl7pPr lvl="6" rtl="0">
              <a:spcBef>
                <a:spcPts val="0"/>
              </a:spcBef>
              <a:spcAft>
                <a:spcPts val="0"/>
              </a:spcAft>
              <a:buNone/>
              <a:defRPr>
                <a:solidFill>
                  <a:srgbClr val="4F5057"/>
                </a:solidFill>
              </a:defRPr>
            </a:lvl7pPr>
            <a:lvl8pPr lvl="7" rtl="0">
              <a:spcBef>
                <a:spcPts val="0"/>
              </a:spcBef>
              <a:spcAft>
                <a:spcPts val="0"/>
              </a:spcAft>
              <a:buNone/>
              <a:defRPr>
                <a:solidFill>
                  <a:srgbClr val="4F5057"/>
                </a:solidFill>
              </a:defRPr>
            </a:lvl8pPr>
            <a:lvl9pPr lvl="8" rtl="0">
              <a:spcBef>
                <a:spcPts val="0"/>
              </a:spcBef>
              <a:spcAft>
                <a:spcPts val="0"/>
              </a:spcAft>
              <a:buNone/>
              <a:defRPr>
                <a:solidFill>
                  <a:srgbClr val="4F5057"/>
                </a:solidFill>
              </a:defRPr>
            </a:lvl9pPr>
          </a:lstStyle>
          <a:p/>
        </p:txBody>
      </p:sp>
      <p:pic>
        <p:nvPicPr>
          <p:cNvPr id="115" name="Google Shape;115;p28"/>
          <p:cNvPicPr preferRelativeResize="0"/>
          <p:nvPr/>
        </p:nvPicPr>
        <p:blipFill rotWithShape="1">
          <a:blip r:embed="rId2">
            <a:alphaModFix/>
          </a:blip>
          <a:srcRect b="10" l="0" r="0" t="0"/>
          <a:stretch/>
        </p:blipFill>
        <p:spPr>
          <a:xfrm>
            <a:off x="8462125" y="4810682"/>
            <a:ext cx="439132" cy="168573"/>
          </a:xfrm>
          <a:prstGeom prst="rect">
            <a:avLst/>
          </a:prstGeom>
          <a:noFill/>
          <a:ln>
            <a:noFill/>
          </a:ln>
        </p:spPr>
      </p:pic>
      <p:sp>
        <p:nvSpPr>
          <p:cNvPr id="116" name="Google Shape;116;p28"/>
          <p:cNvSpPr txBox="1"/>
          <p:nvPr>
            <p:ph idx="2" type="body"/>
          </p:nvPr>
        </p:nvSpPr>
        <p:spPr>
          <a:xfrm>
            <a:off x="349125" y="1355550"/>
            <a:ext cx="6072600" cy="2432400"/>
          </a:xfrm>
          <a:prstGeom prst="rect">
            <a:avLst/>
          </a:prstGeom>
          <a:noFill/>
          <a:ln>
            <a:noFill/>
          </a:ln>
        </p:spPr>
        <p:txBody>
          <a:bodyPr anchorCtr="0" anchor="t" bIns="91425" lIns="91425" spcFirstLastPara="1" rIns="91425" wrap="square" tIns="91425">
            <a:noAutofit/>
          </a:bodyPr>
          <a:lstStyle>
            <a:lvl1pPr indent="-304800" lvl="0" marL="457200" rtl="0">
              <a:spcBef>
                <a:spcPts val="0"/>
              </a:spcBef>
              <a:spcAft>
                <a:spcPts val="0"/>
              </a:spcAft>
              <a:buSzPts val="1200"/>
              <a:buFont typeface="Proxima Nova"/>
              <a:buChar char="●"/>
              <a:defRPr sz="1200">
                <a:latin typeface="Proxima Nova"/>
                <a:ea typeface="Proxima Nova"/>
                <a:cs typeface="Proxima Nova"/>
                <a:sym typeface="Proxima Nova"/>
              </a:defRPr>
            </a:lvl1pPr>
            <a:lvl2pPr indent="-304800" lvl="1" marL="914400" rtl="0">
              <a:spcBef>
                <a:spcPts val="0"/>
              </a:spcBef>
              <a:spcAft>
                <a:spcPts val="0"/>
              </a:spcAft>
              <a:buSzPts val="1200"/>
              <a:buFont typeface="Proxima Nova"/>
              <a:buChar char="○"/>
              <a:defRPr sz="1200">
                <a:latin typeface="Proxima Nova"/>
                <a:ea typeface="Proxima Nova"/>
                <a:cs typeface="Proxima Nova"/>
                <a:sym typeface="Proxima Nova"/>
              </a:defRPr>
            </a:lvl2pPr>
            <a:lvl3pPr indent="-304800" lvl="2" marL="1371600" rtl="0">
              <a:spcBef>
                <a:spcPts val="0"/>
              </a:spcBef>
              <a:spcAft>
                <a:spcPts val="0"/>
              </a:spcAft>
              <a:buSzPts val="1200"/>
              <a:buFont typeface="Proxima Nova"/>
              <a:buChar char="■"/>
              <a:defRPr sz="1200">
                <a:latin typeface="Proxima Nova"/>
                <a:ea typeface="Proxima Nova"/>
                <a:cs typeface="Proxima Nova"/>
                <a:sym typeface="Proxima Nova"/>
              </a:defRPr>
            </a:lvl3pPr>
            <a:lvl4pPr indent="-304800" lvl="3" marL="1828800" rtl="0">
              <a:spcBef>
                <a:spcPts val="0"/>
              </a:spcBef>
              <a:spcAft>
                <a:spcPts val="0"/>
              </a:spcAft>
              <a:buSzPts val="1200"/>
              <a:buFont typeface="Proxima Nova"/>
              <a:buChar char="●"/>
              <a:defRPr sz="1200">
                <a:latin typeface="Proxima Nova"/>
                <a:ea typeface="Proxima Nova"/>
                <a:cs typeface="Proxima Nova"/>
                <a:sym typeface="Proxima Nova"/>
              </a:defRPr>
            </a:lvl4pPr>
            <a:lvl5pPr indent="-304800" lvl="4" marL="2286000" rtl="0">
              <a:spcBef>
                <a:spcPts val="0"/>
              </a:spcBef>
              <a:spcAft>
                <a:spcPts val="0"/>
              </a:spcAft>
              <a:buSzPts val="1200"/>
              <a:buFont typeface="Proxima Nova"/>
              <a:buChar char="○"/>
              <a:defRPr sz="1200">
                <a:latin typeface="Proxima Nova"/>
                <a:ea typeface="Proxima Nova"/>
                <a:cs typeface="Proxima Nova"/>
                <a:sym typeface="Proxima Nova"/>
              </a:defRPr>
            </a:lvl5pPr>
            <a:lvl6pPr indent="-304800" lvl="5" marL="2743200" rtl="0">
              <a:spcBef>
                <a:spcPts val="0"/>
              </a:spcBef>
              <a:spcAft>
                <a:spcPts val="0"/>
              </a:spcAft>
              <a:buSzPts val="1200"/>
              <a:buFont typeface="Proxima Nova"/>
              <a:buChar char="■"/>
              <a:defRPr sz="1200">
                <a:latin typeface="Proxima Nova"/>
                <a:ea typeface="Proxima Nova"/>
                <a:cs typeface="Proxima Nova"/>
                <a:sym typeface="Proxima Nova"/>
              </a:defRPr>
            </a:lvl6pPr>
            <a:lvl7pPr indent="-304800" lvl="6" marL="3200400" rtl="0">
              <a:spcBef>
                <a:spcPts val="0"/>
              </a:spcBef>
              <a:spcAft>
                <a:spcPts val="0"/>
              </a:spcAft>
              <a:buSzPts val="1200"/>
              <a:buFont typeface="Proxima Nova"/>
              <a:buChar char="●"/>
              <a:defRPr sz="1200">
                <a:latin typeface="Proxima Nova"/>
                <a:ea typeface="Proxima Nova"/>
                <a:cs typeface="Proxima Nova"/>
                <a:sym typeface="Proxima Nova"/>
              </a:defRPr>
            </a:lvl7pPr>
            <a:lvl8pPr indent="-304800" lvl="7" marL="3657600" rtl="0">
              <a:spcBef>
                <a:spcPts val="0"/>
              </a:spcBef>
              <a:spcAft>
                <a:spcPts val="0"/>
              </a:spcAft>
              <a:buSzPts val="1200"/>
              <a:buFont typeface="Proxima Nova"/>
              <a:buChar char="○"/>
              <a:defRPr sz="1200">
                <a:latin typeface="Proxima Nova"/>
                <a:ea typeface="Proxima Nova"/>
                <a:cs typeface="Proxima Nova"/>
                <a:sym typeface="Proxima Nova"/>
              </a:defRPr>
            </a:lvl8pPr>
            <a:lvl9pPr indent="-304800" lvl="8" marL="4114800" rtl="0">
              <a:spcBef>
                <a:spcPts val="0"/>
              </a:spcBef>
              <a:spcAft>
                <a:spcPts val="0"/>
              </a:spcAft>
              <a:buSzPts val="1200"/>
              <a:buFont typeface="Proxima Nova"/>
              <a:buChar char="■"/>
              <a:defRPr sz="1200">
                <a:latin typeface="Proxima Nova"/>
                <a:ea typeface="Proxima Nova"/>
                <a:cs typeface="Proxima Nova"/>
                <a:sym typeface="Proxima Nova"/>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of text">
  <p:cSld name="TITLE_2_25">
    <p:spTree>
      <p:nvGrpSpPr>
        <p:cNvPr id="117" name="Shape 117"/>
        <p:cNvGrpSpPr/>
        <p:nvPr/>
      </p:nvGrpSpPr>
      <p:grpSpPr>
        <a:xfrm>
          <a:off x="0" y="0"/>
          <a:ext cx="0" cy="0"/>
          <a:chOff x="0" y="0"/>
          <a:chExt cx="0" cy="0"/>
        </a:xfrm>
      </p:grpSpPr>
      <p:sp>
        <p:nvSpPr>
          <p:cNvPr id="118" name="Google Shape;118;p29"/>
          <p:cNvSpPr txBox="1"/>
          <p:nvPr>
            <p:ph idx="1" type="body"/>
          </p:nvPr>
        </p:nvSpPr>
        <p:spPr>
          <a:xfrm>
            <a:off x="175515" y="4506591"/>
            <a:ext cx="6072600" cy="2432400"/>
          </a:xfrm>
          <a:prstGeom prst="rect">
            <a:avLst/>
          </a:prstGeom>
          <a:noFill/>
          <a:ln>
            <a:noFill/>
          </a:ln>
        </p:spPr>
        <p:txBody>
          <a:bodyPr anchorCtr="0" anchor="t" bIns="91425" lIns="91425" spcFirstLastPara="1" rIns="91425" wrap="square" tIns="91425">
            <a:noAutofit/>
          </a:bodyPr>
          <a:lstStyle>
            <a:lvl1pPr indent="-279400" lvl="0" marL="457200" marR="0" rtl="0" algn="l">
              <a:lnSpc>
                <a:spcPct val="100000"/>
              </a:lnSpc>
              <a:spcBef>
                <a:spcPts val="0"/>
              </a:spcBef>
              <a:spcAft>
                <a:spcPts val="0"/>
              </a:spcAft>
              <a:buClr>
                <a:srgbClr val="000000"/>
              </a:buClr>
              <a:buSzPts val="800"/>
              <a:buFont typeface="Proxima Nova"/>
              <a:buAutoNum type="arabicPeriod"/>
              <a:defRPr b="0" i="0" sz="800" u="none" cap="none" strike="noStrike">
                <a:solidFill>
                  <a:srgbClr val="000000"/>
                </a:solidFill>
                <a:latin typeface="Proxima Nova"/>
                <a:ea typeface="Proxima Nova"/>
                <a:cs typeface="Proxima Nova"/>
                <a:sym typeface="Proxima Nova"/>
              </a:defRPr>
            </a:lvl1pPr>
            <a:lvl2pPr indent="-279400" lvl="1" marL="914400" marR="0" rtl="0" algn="l">
              <a:lnSpc>
                <a:spcPct val="100000"/>
              </a:lnSpc>
              <a:spcBef>
                <a:spcPts val="0"/>
              </a:spcBef>
              <a:spcAft>
                <a:spcPts val="0"/>
              </a:spcAft>
              <a:buClr>
                <a:srgbClr val="000000"/>
              </a:buClr>
              <a:buSzPts val="800"/>
              <a:buFont typeface="Proxima Nova"/>
              <a:buAutoNum type="alphaLcPeriod"/>
              <a:defRPr b="0" i="0" sz="800" u="none" cap="none" strike="noStrike">
                <a:solidFill>
                  <a:srgbClr val="000000"/>
                </a:solidFill>
                <a:latin typeface="Proxima Nova"/>
                <a:ea typeface="Proxima Nova"/>
                <a:cs typeface="Proxima Nova"/>
                <a:sym typeface="Proxima Nova"/>
              </a:defRPr>
            </a:lvl2pPr>
            <a:lvl3pPr indent="-279400" lvl="2" marL="1371600" marR="0" rtl="0" algn="l">
              <a:lnSpc>
                <a:spcPct val="100000"/>
              </a:lnSpc>
              <a:spcBef>
                <a:spcPts val="0"/>
              </a:spcBef>
              <a:spcAft>
                <a:spcPts val="0"/>
              </a:spcAft>
              <a:buClr>
                <a:srgbClr val="000000"/>
              </a:buClr>
              <a:buSzPts val="800"/>
              <a:buFont typeface="Proxima Nova"/>
              <a:buAutoNum type="romanLcPeriod"/>
              <a:defRPr b="0" i="0" sz="800" u="none" cap="none" strike="noStrike">
                <a:solidFill>
                  <a:srgbClr val="000000"/>
                </a:solidFill>
                <a:latin typeface="Proxima Nova"/>
                <a:ea typeface="Proxima Nova"/>
                <a:cs typeface="Proxima Nova"/>
                <a:sym typeface="Proxima Nova"/>
              </a:defRPr>
            </a:lvl3pPr>
            <a:lvl4pPr indent="-279400" lvl="3" marL="1828800" marR="0" rtl="0" algn="l">
              <a:lnSpc>
                <a:spcPct val="100000"/>
              </a:lnSpc>
              <a:spcBef>
                <a:spcPts val="0"/>
              </a:spcBef>
              <a:spcAft>
                <a:spcPts val="0"/>
              </a:spcAft>
              <a:buClr>
                <a:srgbClr val="000000"/>
              </a:buClr>
              <a:buSzPts val="800"/>
              <a:buFont typeface="Proxima Nova"/>
              <a:buAutoNum type="arabicPeriod"/>
              <a:defRPr b="0" i="0" sz="800" u="none" cap="none" strike="noStrike">
                <a:solidFill>
                  <a:srgbClr val="000000"/>
                </a:solidFill>
                <a:latin typeface="Proxima Nova"/>
                <a:ea typeface="Proxima Nova"/>
                <a:cs typeface="Proxima Nova"/>
                <a:sym typeface="Proxima Nova"/>
              </a:defRPr>
            </a:lvl4pPr>
            <a:lvl5pPr indent="-279400" lvl="4" marL="2286000" marR="0" rtl="0" algn="l">
              <a:lnSpc>
                <a:spcPct val="100000"/>
              </a:lnSpc>
              <a:spcBef>
                <a:spcPts val="0"/>
              </a:spcBef>
              <a:spcAft>
                <a:spcPts val="0"/>
              </a:spcAft>
              <a:buClr>
                <a:srgbClr val="000000"/>
              </a:buClr>
              <a:buSzPts val="800"/>
              <a:buFont typeface="Proxima Nova"/>
              <a:buAutoNum type="alphaLcPeriod"/>
              <a:defRPr b="0" i="0" sz="800" u="none" cap="none" strike="noStrike">
                <a:solidFill>
                  <a:srgbClr val="000000"/>
                </a:solidFill>
                <a:latin typeface="Proxima Nova"/>
                <a:ea typeface="Proxima Nova"/>
                <a:cs typeface="Proxima Nova"/>
                <a:sym typeface="Proxima Nova"/>
              </a:defRPr>
            </a:lvl5pPr>
            <a:lvl6pPr indent="-279400" lvl="5" marL="2743200" marR="0" rtl="0" algn="l">
              <a:lnSpc>
                <a:spcPct val="100000"/>
              </a:lnSpc>
              <a:spcBef>
                <a:spcPts val="0"/>
              </a:spcBef>
              <a:spcAft>
                <a:spcPts val="0"/>
              </a:spcAft>
              <a:buClr>
                <a:srgbClr val="000000"/>
              </a:buClr>
              <a:buSzPts val="800"/>
              <a:buFont typeface="Proxima Nova"/>
              <a:buAutoNum type="romanLcPeriod"/>
              <a:defRPr b="0" i="0" sz="800" u="none" cap="none" strike="noStrike">
                <a:solidFill>
                  <a:srgbClr val="000000"/>
                </a:solidFill>
                <a:latin typeface="Proxima Nova"/>
                <a:ea typeface="Proxima Nova"/>
                <a:cs typeface="Proxima Nova"/>
                <a:sym typeface="Proxima Nova"/>
              </a:defRPr>
            </a:lvl6pPr>
            <a:lvl7pPr indent="-279400" lvl="6" marL="3200400" marR="0" rtl="0" algn="l">
              <a:lnSpc>
                <a:spcPct val="100000"/>
              </a:lnSpc>
              <a:spcBef>
                <a:spcPts val="0"/>
              </a:spcBef>
              <a:spcAft>
                <a:spcPts val="0"/>
              </a:spcAft>
              <a:buClr>
                <a:srgbClr val="000000"/>
              </a:buClr>
              <a:buSzPts val="800"/>
              <a:buFont typeface="Proxima Nova"/>
              <a:buAutoNum type="arabicPeriod"/>
              <a:defRPr b="0" i="0" sz="800" u="none" cap="none" strike="noStrike">
                <a:solidFill>
                  <a:srgbClr val="000000"/>
                </a:solidFill>
                <a:latin typeface="Proxima Nova"/>
                <a:ea typeface="Proxima Nova"/>
                <a:cs typeface="Proxima Nova"/>
                <a:sym typeface="Proxima Nova"/>
              </a:defRPr>
            </a:lvl7pPr>
            <a:lvl8pPr indent="-279400" lvl="7" marL="3657600" marR="0" rtl="0" algn="l">
              <a:lnSpc>
                <a:spcPct val="100000"/>
              </a:lnSpc>
              <a:spcBef>
                <a:spcPts val="0"/>
              </a:spcBef>
              <a:spcAft>
                <a:spcPts val="0"/>
              </a:spcAft>
              <a:buClr>
                <a:srgbClr val="000000"/>
              </a:buClr>
              <a:buSzPts val="800"/>
              <a:buFont typeface="Proxima Nova"/>
              <a:buAutoNum type="alphaLcPeriod"/>
              <a:defRPr b="0" i="0" sz="800" u="none" cap="none" strike="noStrike">
                <a:solidFill>
                  <a:srgbClr val="000000"/>
                </a:solidFill>
                <a:latin typeface="Proxima Nova"/>
                <a:ea typeface="Proxima Nova"/>
                <a:cs typeface="Proxima Nova"/>
                <a:sym typeface="Proxima Nova"/>
              </a:defRPr>
            </a:lvl8pPr>
            <a:lvl9pPr indent="-279400" lvl="8" marL="4114800" marR="0" rtl="0" algn="l">
              <a:lnSpc>
                <a:spcPct val="100000"/>
              </a:lnSpc>
              <a:spcBef>
                <a:spcPts val="0"/>
              </a:spcBef>
              <a:spcAft>
                <a:spcPts val="0"/>
              </a:spcAft>
              <a:buClr>
                <a:srgbClr val="000000"/>
              </a:buClr>
              <a:buSzPts val="800"/>
              <a:buFont typeface="Proxima Nova"/>
              <a:buAutoNum type="romanLcPeriod"/>
              <a:defRPr b="0" i="0" sz="800" u="none" cap="none" strike="noStrike">
                <a:solidFill>
                  <a:srgbClr val="000000"/>
                </a:solidFill>
                <a:latin typeface="Proxima Nova"/>
                <a:ea typeface="Proxima Nova"/>
                <a:cs typeface="Proxima Nova"/>
                <a:sym typeface="Proxima Nova"/>
              </a:defRPr>
            </a:lvl9pPr>
          </a:lstStyle>
          <a:p/>
        </p:txBody>
      </p:sp>
      <p:sp>
        <p:nvSpPr>
          <p:cNvPr id="119" name="Google Shape;119;p29"/>
          <p:cNvSpPr txBox="1"/>
          <p:nvPr>
            <p:ph type="title"/>
          </p:nvPr>
        </p:nvSpPr>
        <p:spPr>
          <a:xfrm>
            <a:off x="349125" y="155250"/>
            <a:ext cx="8468400" cy="10818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000"/>
              <a:buFont typeface="Arial"/>
              <a:buNone/>
              <a:defRPr b="0" i="0" sz="3000" u="none" cap="none" strike="noStrike">
                <a:solidFill>
                  <a:srgbClr val="222525"/>
                </a:solidFill>
                <a:latin typeface="Song Myung"/>
                <a:ea typeface="Song Myung"/>
                <a:cs typeface="Song Myung"/>
                <a:sym typeface="Song Myung"/>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20" name="Google Shape;120;p29"/>
          <p:cNvSpPr txBox="1"/>
          <p:nvPr/>
        </p:nvSpPr>
        <p:spPr>
          <a:xfrm>
            <a:off x="329300" y="4754425"/>
            <a:ext cx="331200" cy="281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rgbClr val="777777"/>
                </a:solidFill>
                <a:latin typeface="Proxima Nova"/>
                <a:ea typeface="Proxima Nova"/>
                <a:cs typeface="Proxima Nova"/>
                <a:sym typeface="Proxima Nova"/>
              </a:rPr>
              <a:t>‹#›</a:t>
            </a:fld>
            <a:endParaRPr b="0" i="0" sz="600" u="none" cap="none" strike="noStrike">
              <a:solidFill>
                <a:srgbClr val="777777"/>
              </a:solidFill>
              <a:latin typeface="Proxima Nova"/>
              <a:ea typeface="Proxima Nova"/>
              <a:cs typeface="Proxima Nova"/>
              <a:sym typeface="Proxima Nova"/>
            </a:endParaRPr>
          </a:p>
        </p:txBody>
      </p:sp>
      <p:sp>
        <p:nvSpPr>
          <p:cNvPr id="121" name="Google Shape;121;p29"/>
          <p:cNvSpPr txBox="1"/>
          <p:nvPr>
            <p:ph idx="2" type="subTitle"/>
          </p:nvPr>
        </p:nvSpPr>
        <p:spPr>
          <a:xfrm>
            <a:off x="349125" y="772100"/>
            <a:ext cx="4728000" cy="4650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1" i="0" sz="1400" u="none" cap="none" strike="noStrike">
                <a:solidFill>
                  <a:srgbClr val="F45D48"/>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4F5057"/>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4F5057"/>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4F5057"/>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4F5057"/>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4F5057"/>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4F5057"/>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4F5057"/>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4F5057"/>
                </a:solidFill>
                <a:latin typeface="Arial"/>
                <a:ea typeface="Arial"/>
                <a:cs typeface="Arial"/>
                <a:sym typeface="Arial"/>
              </a:defRPr>
            </a:lvl9pPr>
          </a:lstStyle>
          <a:p/>
        </p:txBody>
      </p:sp>
      <p:pic>
        <p:nvPicPr>
          <p:cNvPr id="122" name="Google Shape;122;p29"/>
          <p:cNvPicPr preferRelativeResize="0"/>
          <p:nvPr/>
        </p:nvPicPr>
        <p:blipFill rotWithShape="1">
          <a:blip r:embed="rId2">
            <a:alphaModFix/>
          </a:blip>
          <a:srcRect b="10" l="0" r="0" t="0"/>
          <a:stretch/>
        </p:blipFill>
        <p:spPr>
          <a:xfrm>
            <a:off x="8462125" y="4810682"/>
            <a:ext cx="439131" cy="168574"/>
          </a:xfrm>
          <a:prstGeom prst="rect">
            <a:avLst/>
          </a:prstGeom>
          <a:noFill/>
          <a:ln>
            <a:noFill/>
          </a:ln>
        </p:spPr>
      </p:pic>
      <p:sp>
        <p:nvSpPr>
          <p:cNvPr id="123" name="Google Shape;123;p29"/>
          <p:cNvSpPr txBox="1"/>
          <p:nvPr>
            <p:ph idx="3" type="body"/>
          </p:nvPr>
        </p:nvSpPr>
        <p:spPr>
          <a:xfrm>
            <a:off x="349125" y="1355550"/>
            <a:ext cx="6072600" cy="2432400"/>
          </a:xfrm>
          <a:prstGeom prst="rect">
            <a:avLst/>
          </a:prstGeom>
          <a:noFill/>
          <a:ln>
            <a:noFill/>
          </a:ln>
        </p:spPr>
        <p:txBody>
          <a:bodyPr anchorCtr="0" anchor="t" bIns="91425" lIns="91425" spcFirstLastPara="1" rIns="91425" wrap="square" tIns="91425">
            <a:noAutofit/>
          </a:bodyPr>
          <a:lstStyle>
            <a:lvl1pPr indent="-304800" lvl="0" marL="457200" marR="0" rtl="0" algn="l">
              <a:lnSpc>
                <a:spcPct val="100000"/>
              </a:lnSpc>
              <a:spcBef>
                <a:spcPts val="0"/>
              </a:spcBef>
              <a:spcAft>
                <a:spcPts val="0"/>
              </a:spcAft>
              <a:buClr>
                <a:srgbClr val="000000"/>
              </a:buClr>
              <a:buSzPts val="1200"/>
              <a:buFont typeface="Proxima Nova"/>
              <a:buChar char="●"/>
              <a:defRPr b="0" i="0" sz="1200" u="none" cap="none" strike="noStrike">
                <a:solidFill>
                  <a:srgbClr val="000000"/>
                </a:solidFill>
                <a:latin typeface="Proxima Nova"/>
                <a:ea typeface="Proxima Nova"/>
                <a:cs typeface="Proxima Nova"/>
                <a:sym typeface="Proxima Nova"/>
              </a:defRPr>
            </a:lvl1pPr>
            <a:lvl2pPr indent="-304800" lvl="1" marL="914400" marR="0" rtl="0" algn="l">
              <a:lnSpc>
                <a:spcPct val="100000"/>
              </a:lnSpc>
              <a:spcBef>
                <a:spcPts val="0"/>
              </a:spcBef>
              <a:spcAft>
                <a:spcPts val="0"/>
              </a:spcAft>
              <a:buClr>
                <a:srgbClr val="000000"/>
              </a:buClr>
              <a:buSzPts val="1200"/>
              <a:buFont typeface="Proxima Nova"/>
              <a:buChar char="○"/>
              <a:defRPr b="0" i="0" sz="1200" u="none" cap="none" strike="noStrike">
                <a:solidFill>
                  <a:srgbClr val="000000"/>
                </a:solidFill>
                <a:latin typeface="Proxima Nova"/>
                <a:ea typeface="Proxima Nova"/>
                <a:cs typeface="Proxima Nova"/>
                <a:sym typeface="Proxima Nova"/>
              </a:defRPr>
            </a:lvl2pPr>
            <a:lvl3pPr indent="-304800" lvl="2" marL="1371600" marR="0" rtl="0" algn="l">
              <a:lnSpc>
                <a:spcPct val="100000"/>
              </a:lnSpc>
              <a:spcBef>
                <a:spcPts val="0"/>
              </a:spcBef>
              <a:spcAft>
                <a:spcPts val="0"/>
              </a:spcAft>
              <a:buClr>
                <a:srgbClr val="000000"/>
              </a:buClr>
              <a:buSzPts val="1200"/>
              <a:buFont typeface="Proxima Nova"/>
              <a:buChar char="■"/>
              <a:defRPr b="0" i="0" sz="1200" u="none" cap="none" strike="noStrike">
                <a:solidFill>
                  <a:srgbClr val="000000"/>
                </a:solidFill>
                <a:latin typeface="Proxima Nova"/>
                <a:ea typeface="Proxima Nova"/>
                <a:cs typeface="Proxima Nova"/>
                <a:sym typeface="Proxima Nova"/>
              </a:defRPr>
            </a:lvl3pPr>
            <a:lvl4pPr indent="-304800" lvl="3" marL="1828800" marR="0" rtl="0" algn="l">
              <a:lnSpc>
                <a:spcPct val="100000"/>
              </a:lnSpc>
              <a:spcBef>
                <a:spcPts val="0"/>
              </a:spcBef>
              <a:spcAft>
                <a:spcPts val="0"/>
              </a:spcAft>
              <a:buClr>
                <a:srgbClr val="000000"/>
              </a:buClr>
              <a:buSzPts val="1200"/>
              <a:buFont typeface="Proxima Nova"/>
              <a:buChar char="●"/>
              <a:defRPr b="0" i="0" sz="1200" u="none" cap="none" strike="noStrike">
                <a:solidFill>
                  <a:srgbClr val="000000"/>
                </a:solidFill>
                <a:latin typeface="Proxima Nova"/>
                <a:ea typeface="Proxima Nova"/>
                <a:cs typeface="Proxima Nova"/>
                <a:sym typeface="Proxima Nova"/>
              </a:defRPr>
            </a:lvl4pPr>
            <a:lvl5pPr indent="-304800" lvl="4" marL="2286000" marR="0" rtl="0" algn="l">
              <a:lnSpc>
                <a:spcPct val="100000"/>
              </a:lnSpc>
              <a:spcBef>
                <a:spcPts val="0"/>
              </a:spcBef>
              <a:spcAft>
                <a:spcPts val="0"/>
              </a:spcAft>
              <a:buClr>
                <a:srgbClr val="000000"/>
              </a:buClr>
              <a:buSzPts val="1200"/>
              <a:buFont typeface="Proxima Nova"/>
              <a:buChar char="○"/>
              <a:defRPr b="0" i="0" sz="1200" u="none" cap="none" strike="noStrike">
                <a:solidFill>
                  <a:srgbClr val="000000"/>
                </a:solidFill>
                <a:latin typeface="Proxima Nova"/>
                <a:ea typeface="Proxima Nova"/>
                <a:cs typeface="Proxima Nova"/>
                <a:sym typeface="Proxima Nova"/>
              </a:defRPr>
            </a:lvl5pPr>
            <a:lvl6pPr indent="-304800" lvl="5" marL="2743200" marR="0" rtl="0" algn="l">
              <a:lnSpc>
                <a:spcPct val="100000"/>
              </a:lnSpc>
              <a:spcBef>
                <a:spcPts val="0"/>
              </a:spcBef>
              <a:spcAft>
                <a:spcPts val="0"/>
              </a:spcAft>
              <a:buClr>
                <a:srgbClr val="000000"/>
              </a:buClr>
              <a:buSzPts val="1200"/>
              <a:buFont typeface="Proxima Nova"/>
              <a:buChar char="■"/>
              <a:defRPr b="0" i="0" sz="1200" u="none" cap="none" strike="noStrike">
                <a:solidFill>
                  <a:srgbClr val="000000"/>
                </a:solidFill>
                <a:latin typeface="Proxima Nova"/>
                <a:ea typeface="Proxima Nova"/>
                <a:cs typeface="Proxima Nova"/>
                <a:sym typeface="Proxima Nova"/>
              </a:defRPr>
            </a:lvl6pPr>
            <a:lvl7pPr indent="-304800" lvl="6" marL="3200400" marR="0" rtl="0" algn="l">
              <a:lnSpc>
                <a:spcPct val="100000"/>
              </a:lnSpc>
              <a:spcBef>
                <a:spcPts val="0"/>
              </a:spcBef>
              <a:spcAft>
                <a:spcPts val="0"/>
              </a:spcAft>
              <a:buClr>
                <a:srgbClr val="000000"/>
              </a:buClr>
              <a:buSzPts val="1200"/>
              <a:buFont typeface="Proxima Nova"/>
              <a:buChar char="●"/>
              <a:defRPr b="0" i="0" sz="1200" u="none" cap="none" strike="noStrike">
                <a:solidFill>
                  <a:srgbClr val="000000"/>
                </a:solidFill>
                <a:latin typeface="Proxima Nova"/>
                <a:ea typeface="Proxima Nova"/>
                <a:cs typeface="Proxima Nova"/>
                <a:sym typeface="Proxima Nova"/>
              </a:defRPr>
            </a:lvl7pPr>
            <a:lvl8pPr indent="-304800" lvl="7" marL="3657600" marR="0" rtl="0" algn="l">
              <a:lnSpc>
                <a:spcPct val="100000"/>
              </a:lnSpc>
              <a:spcBef>
                <a:spcPts val="0"/>
              </a:spcBef>
              <a:spcAft>
                <a:spcPts val="0"/>
              </a:spcAft>
              <a:buClr>
                <a:srgbClr val="000000"/>
              </a:buClr>
              <a:buSzPts val="1200"/>
              <a:buFont typeface="Proxima Nova"/>
              <a:buChar char="○"/>
              <a:defRPr b="0" i="0" sz="1200" u="none" cap="none" strike="noStrike">
                <a:solidFill>
                  <a:srgbClr val="000000"/>
                </a:solidFill>
                <a:latin typeface="Proxima Nova"/>
                <a:ea typeface="Proxima Nova"/>
                <a:cs typeface="Proxima Nova"/>
                <a:sym typeface="Proxima Nova"/>
              </a:defRPr>
            </a:lvl8pPr>
            <a:lvl9pPr indent="-304800" lvl="8" marL="4114800" marR="0" rtl="0" algn="l">
              <a:lnSpc>
                <a:spcPct val="100000"/>
              </a:lnSpc>
              <a:spcBef>
                <a:spcPts val="0"/>
              </a:spcBef>
              <a:spcAft>
                <a:spcPts val="0"/>
              </a:spcAft>
              <a:buClr>
                <a:srgbClr val="000000"/>
              </a:buClr>
              <a:buSzPts val="1200"/>
              <a:buFont typeface="Proxima Nova"/>
              <a:buChar char="■"/>
              <a:defRPr b="0" i="0" sz="1200" u="none" cap="none" strike="noStrike">
                <a:solidFill>
                  <a:srgbClr val="000000"/>
                </a:solidFill>
                <a:latin typeface="Proxima Nova"/>
                <a:ea typeface="Proxima Nova"/>
                <a:cs typeface="Proxima Nova"/>
                <a:sym typeface="Proxima Nova"/>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 Statement | Cornflower 1">
  <p:cSld name="CUSTOM_12_1_1_1_1_1_1_2_1">
    <p:bg>
      <p:bgPr>
        <a:solidFill>
          <a:srgbClr val="EBC04F"/>
        </a:solidFill>
      </p:bgPr>
    </p:bg>
    <p:spTree>
      <p:nvGrpSpPr>
        <p:cNvPr id="124" name="Shape 124"/>
        <p:cNvGrpSpPr/>
        <p:nvPr/>
      </p:nvGrpSpPr>
      <p:grpSpPr>
        <a:xfrm>
          <a:off x="0" y="0"/>
          <a:ext cx="0" cy="0"/>
          <a:chOff x="0" y="0"/>
          <a:chExt cx="0" cy="0"/>
        </a:xfrm>
      </p:grpSpPr>
      <p:pic>
        <p:nvPicPr>
          <p:cNvPr id="125" name="Google Shape;125;p30"/>
          <p:cNvPicPr preferRelativeResize="0"/>
          <p:nvPr/>
        </p:nvPicPr>
        <p:blipFill>
          <a:blip r:embed="rId2">
            <a:alphaModFix/>
          </a:blip>
          <a:stretch>
            <a:fillRect/>
          </a:stretch>
        </p:blipFill>
        <p:spPr>
          <a:xfrm>
            <a:off x="7111875" y="767625"/>
            <a:ext cx="1235251" cy="1145377"/>
          </a:xfrm>
          <a:prstGeom prst="rect">
            <a:avLst/>
          </a:prstGeom>
          <a:noFill/>
          <a:ln>
            <a:noFill/>
          </a:ln>
        </p:spPr>
      </p:pic>
      <p:pic>
        <p:nvPicPr>
          <p:cNvPr id="126" name="Google Shape;126;p30"/>
          <p:cNvPicPr preferRelativeResize="0"/>
          <p:nvPr/>
        </p:nvPicPr>
        <p:blipFill>
          <a:blip r:embed="rId2">
            <a:alphaModFix/>
          </a:blip>
          <a:stretch>
            <a:fillRect/>
          </a:stretch>
        </p:blipFill>
        <p:spPr>
          <a:xfrm rot="5400000">
            <a:off x="442913" y="2676813"/>
            <a:ext cx="1411476" cy="1308800"/>
          </a:xfrm>
          <a:prstGeom prst="rect">
            <a:avLst/>
          </a:prstGeom>
          <a:noFill/>
          <a:ln>
            <a:noFill/>
          </a:ln>
        </p:spPr>
      </p:pic>
      <p:pic>
        <p:nvPicPr>
          <p:cNvPr id="127" name="Google Shape;127;p30"/>
          <p:cNvPicPr preferRelativeResize="0"/>
          <p:nvPr/>
        </p:nvPicPr>
        <p:blipFill>
          <a:blip r:embed="rId3">
            <a:alphaModFix/>
          </a:blip>
          <a:stretch>
            <a:fillRect/>
          </a:stretch>
        </p:blipFill>
        <p:spPr>
          <a:xfrm rot="10800000">
            <a:off x="5707725" y="3602825"/>
            <a:ext cx="1161400" cy="1176925"/>
          </a:xfrm>
          <a:prstGeom prst="rect">
            <a:avLst/>
          </a:prstGeom>
          <a:noFill/>
          <a:ln>
            <a:noFill/>
          </a:ln>
        </p:spPr>
      </p:pic>
      <p:sp>
        <p:nvSpPr>
          <p:cNvPr id="128" name="Google Shape;128;p30"/>
          <p:cNvSpPr txBox="1"/>
          <p:nvPr>
            <p:ph type="title"/>
          </p:nvPr>
        </p:nvSpPr>
        <p:spPr>
          <a:xfrm>
            <a:off x="914850" y="457200"/>
            <a:ext cx="7314300" cy="37719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6400"/>
              <a:buNone/>
              <a:defRPr sz="6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pic>
        <p:nvPicPr>
          <p:cNvPr id="129" name="Google Shape;129;p30"/>
          <p:cNvPicPr preferRelativeResize="0"/>
          <p:nvPr/>
        </p:nvPicPr>
        <p:blipFill rotWithShape="1">
          <a:blip r:embed="rId3">
            <a:alphaModFix/>
          </a:blip>
          <a:srcRect b="0" l="0" r="73551" t="64666"/>
          <a:stretch/>
        </p:blipFill>
        <p:spPr>
          <a:xfrm rot="10800000">
            <a:off x="2485000" y="351774"/>
            <a:ext cx="307176" cy="415851"/>
          </a:xfrm>
          <a:prstGeom prst="rect">
            <a:avLst/>
          </a:prstGeom>
          <a:noFill/>
          <a:ln>
            <a:noFill/>
          </a:ln>
        </p:spPr>
      </p:pic>
      <p:sp>
        <p:nvSpPr>
          <p:cNvPr id="130" name="Google Shape;130;p30"/>
          <p:cNvSpPr txBox="1"/>
          <p:nvPr/>
        </p:nvSpPr>
        <p:spPr>
          <a:xfrm>
            <a:off x="329300" y="4754425"/>
            <a:ext cx="331200" cy="28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en" sz="600">
                <a:solidFill>
                  <a:srgbClr val="777777"/>
                </a:solidFill>
                <a:latin typeface="Proxima Nova"/>
                <a:ea typeface="Proxima Nova"/>
                <a:cs typeface="Proxima Nova"/>
                <a:sym typeface="Proxima Nova"/>
              </a:rPr>
              <a:t>‹#›</a:t>
            </a:fld>
            <a:endParaRPr sz="600">
              <a:solidFill>
                <a:srgbClr val="777777"/>
              </a:solidFill>
              <a:latin typeface="Proxima Nova"/>
              <a:ea typeface="Proxima Nova"/>
              <a:cs typeface="Proxima Nova"/>
              <a:sym typeface="Proxima Nova"/>
            </a:endParaRPr>
          </a:p>
        </p:txBody>
      </p:sp>
      <p:pic>
        <p:nvPicPr>
          <p:cNvPr id="131" name="Google Shape;131;p30"/>
          <p:cNvPicPr preferRelativeResize="0"/>
          <p:nvPr/>
        </p:nvPicPr>
        <p:blipFill rotWithShape="1">
          <a:blip r:embed="rId4">
            <a:alphaModFix/>
          </a:blip>
          <a:srcRect b="10" l="0" r="0" t="0"/>
          <a:stretch/>
        </p:blipFill>
        <p:spPr>
          <a:xfrm>
            <a:off x="8462125" y="4810682"/>
            <a:ext cx="439132" cy="168573"/>
          </a:xfrm>
          <a:prstGeom prst="rect">
            <a:avLst/>
          </a:prstGeom>
          <a:noFill/>
          <a:ln>
            <a:noFill/>
          </a:ln>
        </p:spPr>
      </p:pic>
    </p:spTree>
  </p:cSld>
  <p:clrMapOvr>
    <a:masterClrMapping/>
  </p:clrMapOvr>
  <p:extLst>
    <p:ext uri="{DCECCB84-F9BA-43D5-87BE-67443E8EF086}">
      <p15:sldGuideLst>
        <p15:guide id="1" orient="horz" pos="2952">
          <p15:clr>
            <a:srgbClr val="E46962"/>
          </p15:clr>
        </p15:guide>
        <p15:guide id="2" orient="horz" pos="288">
          <p15:clr>
            <a:srgbClr val="E46962"/>
          </p15:clr>
        </p15:guide>
        <p15:guide id="3" pos="2880">
          <p15:clr>
            <a:srgbClr val="E46962"/>
          </p15:clr>
        </p15:guide>
        <p15:guide id="4" orient="horz" pos="2664">
          <p15:clr>
            <a:srgbClr val="E46962"/>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6" name="Shape 136"/>
        <p:cNvGrpSpPr/>
        <p:nvPr/>
      </p:nvGrpSpPr>
      <p:grpSpPr>
        <a:xfrm>
          <a:off x="0" y="0"/>
          <a:ext cx="0" cy="0"/>
          <a:chOff x="0" y="0"/>
          <a:chExt cx="0" cy="0"/>
        </a:xfrm>
      </p:grpSpPr>
      <p:sp>
        <p:nvSpPr>
          <p:cNvPr id="137" name="Google Shape;137;p3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38" name="Google Shape;138;p3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9" name="Google Shape;139;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0" name="Shape 140"/>
        <p:cNvGrpSpPr/>
        <p:nvPr/>
      </p:nvGrpSpPr>
      <p:grpSpPr>
        <a:xfrm>
          <a:off x="0" y="0"/>
          <a:ext cx="0" cy="0"/>
          <a:chOff x="0" y="0"/>
          <a:chExt cx="0" cy="0"/>
        </a:xfrm>
      </p:grpSpPr>
      <p:sp>
        <p:nvSpPr>
          <p:cNvPr id="141" name="Google Shape;141;p3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42" name="Google Shape;142;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3" name="Shape 143"/>
        <p:cNvGrpSpPr/>
        <p:nvPr/>
      </p:nvGrpSpPr>
      <p:grpSpPr>
        <a:xfrm>
          <a:off x="0" y="0"/>
          <a:ext cx="0" cy="0"/>
          <a:chOff x="0" y="0"/>
          <a:chExt cx="0" cy="0"/>
        </a:xfrm>
      </p:grpSpPr>
      <p:sp>
        <p:nvSpPr>
          <p:cNvPr id="144" name="Google Shape;144;p3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5" name="Google Shape;145;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46" name="Google Shape;146;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47" name="Shape 147"/>
        <p:cNvGrpSpPr/>
        <p:nvPr/>
      </p:nvGrpSpPr>
      <p:grpSpPr>
        <a:xfrm>
          <a:off x="0" y="0"/>
          <a:ext cx="0" cy="0"/>
          <a:chOff x="0" y="0"/>
          <a:chExt cx="0" cy="0"/>
        </a:xfrm>
      </p:grpSpPr>
      <p:sp>
        <p:nvSpPr>
          <p:cNvPr id="148" name="Google Shape;148;p3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9" name="Google Shape;149;p3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0" name="Google Shape;150;p3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1" name="Google Shape;151;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52" name="Shape 152"/>
        <p:cNvGrpSpPr/>
        <p:nvPr/>
      </p:nvGrpSpPr>
      <p:grpSpPr>
        <a:xfrm>
          <a:off x="0" y="0"/>
          <a:ext cx="0" cy="0"/>
          <a:chOff x="0" y="0"/>
          <a:chExt cx="0" cy="0"/>
        </a:xfrm>
      </p:grpSpPr>
      <p:sp>
        <p:nvSpPr>
          <p:cNvPr id="153" name="Google Shape;153;p3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4" name="Google Shape;154;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55" name="Shape 155"/>
        <p:cNvGrpSpPr/>
        <p:nvPr/>
      </p:nvGrpSpPr>
      <p:grpSpPr>
        <a:xfrm>
          <a:off x="0" y="0"/>
          <a:ext cx="0" cy="0"/>
          <a:chOff x="0" y="0"/>
          <a:chExt cx="0" cy="0"/>
        </a:xfrm>
      </p:grpSpPr>
      <p:sp>
        <p:nvSpPr>
          <p:cNvPr id="156" name="Google Shape;156;p3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57" name="Google Shape;157;p3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8" name="Google Shape;158;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59" name="Shape 159"/>
        <p:cNvGrpSpPr/>
        <p:nvPr/>
      </p:nvGrpSpPr>
      <p:grpSpPr>
        <a:xfrm>
          <a:off x="0" y="0"/>
          <a:ext cx="0" cy="0"/>
          <a:chOff x="0" y="0"/>
          <a:chExt cx="0" cy="0"/>
        </a:xfrm>
      </p:grpSpPr>
      <p:sp>
        <p:nvSpPr>
          <p:cNvPr id="160" name="Google Shape;160;p3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61" name="Google Shape;161;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62" name="Shape 162"/>
        <p:cNvGrpSpPr/>
        <p:nvPr/>
      </p:nvGrpSpPr>
      <p:grpSpPr>
        <a:xfrm>
          <a:off x="0" y="0"/>
          <a:ext cx="0" cy="0"/>
          <a:chOff x="0" y="0"/>
          <a:chExt cx="0" cy="0"/>
        </a:xfrm>
      </p:grpSpPr>
      <p:sp>
        <p:nvSpPr>
          <p:cNvPr id="163" name="Google Shape;163;p3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3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65" name="Google Shape;165;p3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6" name="Google Shape;166;p3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67" name="Google Shape;167;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68" name="Shape 168"/>
        <p:cNvGrpSpPr/>
        <p:nvPr/>
      </p:nvGrpSpPr>
      <p:grpSpPr>
        <a:xfrm>
          <a:off x="0" y="0"/>
          <a:ext cx="0" cy="0"/>
          <a:chOff x="0" y="0"/>
          <a:chExt cx="0" cy="0"/>
        </a:xfrm>
      </p:grpSpPr>
      <p:sp>
        <p:nvSpPr>
          <p:cNvPr id="169" name="Google Shape;169;p4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170" name="Google Shape;170;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71" name="Shape 171"/>
        <p:cNvGrpSpPr/>
        <p:nvPr/>
      </p:nvGrpSpPr>
      <p:grpSpPr>
        <a:xfrm>
          <a:off x="0" y="0"/>
          <a:ext cx="0" cy="0"/>
          <a:chOff x="0" y="0"/>
          <a:chExt cx="0" cy="0"/>
        </a:xfrm>
      </p:grpSpPr>
      <p:sp>
        <p:nvSpPr>
          <p:cNvPr id="172" name="Google Shape;172;p4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73" name="Google Shape;173;p4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174" name="Google Shape;174;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5" name="Shape 175"/>
        <p:cNvGrpSpPr/>
        <p:nvPr/>
      </p:nvGrpSpPr>
      <p:grpSpPr>
        <a:xfrm>
          <a:off x="0" y="0"/>
          <a:ext cx="0" cy="0"/>
          <a:chOff x="0" y="0"/>
          <a:chExt cx="0" cy="0"/>
        </a:xfrm>
      </p:grpSpPr>
      <p:sp>
        <p:nvSpPr>
          <p:cNvPr id="176" name="Google Shape;176;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Slide">
  <p:cSld name="TITLE_2">
    <p:spTree>
      <p:nvGrpSpPr>
        <p:cNvPr id="177" name="Shape 177"/>
        <p:cNvGrpSpPr/>
        <p:nvPr/>
      </p:nvGrpSpPr>
      <p:grpSpPr>
        <a:xfrm>
          <a:off x="0" y="0"/>
          <a:ext cx="0" cy="0"/>
          <a:chOff x="0" y="0"/>
          <a:chExt cx="0" cy="0"/>
        </a:xfrm>
      </p:grpSpPr>
      <p:sp>
        <p:nvSpPr>
          <p:cNvPr id="178" name="Google Shape;178;p43"/>
          <p:cNvSpPr txBox="1"/>
          <p:nvPr>
            <p:ph type="title"/>
          </p:nvPr>
        </p:nvSpPr>
        <p:spPr>
          <a:xfrm>
            <a:off x="349125" y="155250"/>
            <a:ext cx="8468400" cy="1081800"/>
          </a:xfrm>
          <a:prstGeom prst="rect">
            <a:avLst/>
          </a:prstGeom>
        </p:spPr>
        <p:txBody>
          <a:bodyPr anchorCtr="0" anchor="t" bIns="91425" lIns="91425" spcFirstLastPara="1" rIns="91425" wrap="square" tIns="91425">
            <a:normAutofit/>
          </a:bodyPr>
          <a:lstStyle>
            <a:lvl1pPr lvl="0">
              <a:spcBef>
                <a:spcPts val="0"/>
              </a:spcBef>
              <a:spcAft>
                <a:spcPts val="0"/>
              </a:spcAft>
              <a:buNone/>
              <a:defRPr sz="3000">
                <a:solidFill>
                  <a:srgbClr val="222525"/>
                </a:solidFill>
                <a:latin typeface="Song Myung"/>
                <a:ea typeface="Song Myung"/>
                <a:cs typeface="Song Myung"/>
                <a:sym typeface="Song Myung"/>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79" name="Google Shape;179;p43"/>
          <p:cNvSpPr txBox="1"/>
          <p:nvPr/>
        </p:nvSpPr>
        <p:spPr>
          <a:xfrm>
            <a:off x="329300" y="4754425"/>
            <a:ext cx="331200" cy="28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en" sz="600">
                <a:solidFill>
                  <a:srgbClr val="777777"/>
                </a:solidFill>
                <a:latin typeface="Proxima Nova"/>
                <a:ea typeface="Proxima Nova"/>
                <a:cs typeface="Proxima Nova"/>
                <a:sym typeface="Proxima Nova"/>
              </a:rPr>
              <a:t>‹#›</a:t>
            </a:fld>
            <a:endParaRPr sz="600">
              <a:solidFill>
                <a:srgbClr val="777777"/>
              </a:solidFill>
              <a:latin typeface="Proxima Nova"/>
              <a:ea typeface="Proxima Nova"/>
              <a:cs typeface="Proxima Nova"/>
              <a:sym typeface="Proxima Nova"/>
            </a:endParaRPr>
          </a:p>
        </p:txBody>
      </p:sp>
      <p:sp>
        <p:nvSpPr>
          <p:cNvPr id="180" name="Google Shape;180;p43"/>
          <p:cNvSpPr txBox="1"/>
          <p:nvPr>
            <p:ph idx="1" type="subTitle"/>
          </p:nvPr>
        </p:nvSpPr>
        <p:spPr>
          <a:xfrm>
            <a:off x="349125" y="772100"/>
            <a:ext cx="4728000" cy="465000"/>
          </a:xfrm>
          <a:prstGeom prst="rect">
            <a:avLst/>
          </a:prstGeom>
        </p:spPr>
        <p:txBody>
          <a:bodyPr anchorCtr="0" anchor="t" bIns="91425" lIns="91425" spcFirstLastPara="1" rIns="91425" wrap="square" tIns="91425">
            <a:normAutofit/>
          </a:bodyPr>
          <a:lstStyle>
            <a:lvl1pPr lvl="0">
              <a:spcBef>
                <a:spcPts val="0"/>
              </a:spcBef>
              <a:spcAft>
                <a:spcPts val="0"/>
              </a:spcAft>
              <a:buNone/>
              <a:defRPr b="1">
                <a:solidFill>
                  <a:srgbClr val="F45D48"/>
                </a:solidFill>
                <a:latin typeface="Proxima Nova"/>
                <a:ea typeface="Proxima Nova"/>
                <a:cs typeface="Proxima Nova"/>
                <a:sym typeface="Proxima Nova"/>
              </a:defRPr>
            </a:lvl1pPr>
            <a:lvl2pPr lvl="1">
              <a:spcBef>
                <a:spcPts val="1200"/>
              </a:spcBef>
              <a:spcAft>
                <a:spcPts val="0"/>
              </a:spcAft>
              <a:buNone/>
              <a:defRPr>
                <a:solidFill>
                  <a:srgbClr val="4F5057"/>
                </a:solidFill>
              </a:defRPr>
            </a:lvl2pPr>
            <a:lvl3pPr lvl="2">
              <a:spcBef>
                <a:spcPts val="1200"/>
              </a:spcBef>
              <a:spcAft>
                <a:spcPts val="0"/>
              </a:spcAft>
              <a:buNone/>
              <a:defRPr>
                <a:solidFill>
                  <a:srgbClr val="4F5057"/>
                </a:solidFill>
              </a:defRPr>
            </a:lvl3pPr>
            <a:lvl4pPr lvl="3">
              <a:spcBef>
                <a:spcPts val="1200"/>
              </a:spcBef>
              <a:spcAft>
                <a:spcPts val="0"/>
              </a:spcAft>
              <a:buNone/>
              <a:defRPr>
                <a:solidFill>
                  <a:srgbClr val="4F5057"/>
                </a:solidFill>
              </a:defRPr>
            </a:lvl4pPr>
            <a:lvl5pPr lvl="4">
              <a:spcBef>
                <a:spcPts val="1200"/>
              </a:spcBef>
              <a:spcAft>
                <a:spcPts val="0"/>
              </a:spcAft>
              <a:buNone/>
              <a:defRPr>
                <a:solidFill>
                  <a:srgbClr val="4F5057"/>
                </a:solidFill>
              </a:defRPr>
            </a:lvl5pPr>
            <a:lvl6pPr lvl="5">
              <a:spcBef>
                <a:spcPts val="1200"/>
              </a:spcBef>
              <a:spcAft>
                <a:spcPts val="0"/>
              </a:spcAft>
              <a:buNone/>
              <a:defRPr>
                <a:solidFill>
                  <a:srgbClr val="4F5057"/>
                </a:solidFill>
              </a:defRPr>
            </a:lvl6pPr>
            <a:lvl7pPr lvl="6">
              <a:spcBef>
                <a:spcPts val="1200"/>
              </a:spcBef>
              <a:spcAft>
                <a:spcPts val="0"/>
              </a:spcAft>
              <a:buNone/>
              <a:defRPr>
                <a:solidFill>
                  <a:srgbClr val="4F5057"/>
                </a:solidFill>
              </a:defRPr>
            </a:lvl7pPr>
            <a:lvl8pPr lvl="7">
              <a:spcBef>
                <a:spcPts val="1200"/>
              </a:spcBef>
              <a:spcAft>
                <a:spcPts val="0"/>
              </a:spcAft>
              <a:buNone/>
              <a:defRPr>
                <a:solidFill>
                  <a:srgbClr val="4F5057"/>
                </a:solidFill>
              </a:defRPr>
            </a:lvl8pPr>
            <a:lvl9pPr lvl="8">
              <a:spcBef>
                <a:spcPts val="1200"/>
              </a:spcBef>
              <a:spcAft>
                <a:spcPts val="1200"/>
              </a:spcAft>
              <a:buNone/>
              <a:defRPr>
                <a:solidFill>
                  <a:srgbClr val="4F5057"/>
                </a:solidFill>
              </a:defRPr>
            </a:lvl9pPr>
          </a:lstStyle>
          <a:p/>
        </p:txBody>
      </p:sp>
      <p:pic>
        <p:nvPicPr>
          <p:cNvPr id="181" name="Google Shape;181;p43"/>
          <p:cNvPicPr preferRelativeResize="0"/>
          <p:nvPr/>
        </p:nvPicPr>
        <p:blipFill rotWithShape="1">
          <a:blip r:embed="rId2">
            <a:alphaModFix/>
          </a:blip>
          <a:srcRect b="10" l="0" r="0" t="0"/>
          <a:stretch/>
        </p:blipFill>
        <p:spPr>
          <a:xfrm>
            <a:off x="8462125" y="4810682"/>
            <a:ext cx="439132" cy="168573"/>
          </a:xfrm>
          <a:prstGeom prst="rect">
            <a:avLst/>
          </a:prstGeom>
          <a:noFill/>
          <a:ln>
            <a:noFill/>
          </a:ln>
        </p:spPr>
      </p:pic>
      <p:sp>
        <p:nvSpPr>
          <p:cNvPr id="182" name="Google Shape;182;p43"/>
          <p:cNvSpPr txBox="1"/>
          <p:nvPr>
            <p:ph idx="2" type="body"/>
          </p:nvPr>
        </p:nvSpPr>
        <p:spPr>
          <a:xfrm>
            <a:off x="349125" y="1355550"/>
            <a:ext cx="6072600" cy="2432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Font typeface="Proxima Nova"/>
              <a:buChar char="●"/>
              <a:defRPr sz="1200">
                <a:latin typeface="Proxima Nova"/>
                <a:ea typeface="Proxima Nova"/>
                <a:cs typeface="Proxima Nova"/>
                <a:sym typeface="Proxima Nova"/>
              </a:defRPr>
            </a:lvl1pPr>
            <a:lvl2pPr indent="-304800" lvl="1" marL="914400">
              <a:spcBef>
                <a:spcPts val="0"/>
              </a:spcBef>
              <a:spcAft>
                <a:spcPts val="0"/>
              </a:spcAft>
              <a:buSzPts val="1200"/>
              <a:buFont typeface="Proxima Nova"/>
              <a:buChar char="○"/>
              <a:defRPr sz="1200">
                <a:latin typeface="Proxima Nova"/>
                <a:ea typeface="Proxima Nova"/>
                <a:cs typeface="Proxima Nova"/>
                <a:sym typeface="Proxima Nova"/>
              </a:defRPr>
            </a:lvl2pPr>
            <a:lvl3pPr indent="-304800" lvl="2" marL="1371600">
              <a:spcBef>
                <a:spcPts val="0"/>
              </a:spcBef>
              <a:spcAft>
                <a:spcPts val="0"/>
              </a:spcAft>
              <a:buSzPts val="1200"/>
              <a:buFont typeface="Proxima Nova"/>
              <a:buChar char="■"/>
              <a:defRPr sz="1200">
                <a:latin typeface="Proxima Nova"/>
                <a:ea typeface="Proxima Nova"/>
                <a:cs typeface="Proxima Nova"/>
                <a:sym typeface="Proxima Nova"/>
              </a:defRPr>
            </a:lvl3pPr>
            <a:lvl4pPr indent="-304800" lvl="3" marL="1828800">
              <a:spcBef>
                <a:spcPts val="0"/>
              </a:spcBef>
              <a:spcAft>
                <a:spcPts val="0"/>
              </a:spcAft>
              <a:buSzPts val="1200"/>
              <a:buFont typeface="Proxima Nova"/>
              <a:buChar char="●"/>
              <a:defRPr sz="1200">
                <a:latin typeface="Proxima Nova"/>
                <a:ea typeface="Proxima Nova"/>
                <a:cs typeface="Proxima Nova"/>
                <a:sym typeface="Proxima Nova"/>
              </a:defRPr>
            </a:lvl4pPr>
            <a:lvl5pPr indent="-304800" lvl="4" marL="2286000">
              <a:spcBef>
                <a:spcPts val="0"/>
              </a:spcBef>
              <a:spcAft>
                <a:spcPts val="0"/>
              </a:spcAft>
              <a:buSzPts val="1200"/>
              <a:buFont typeface="Proxima Nova"/>
              <a:buChar char="○"/>
              <a:defRPr sz="1200">
                <a:latin typeface="Proxima Nova"/>
                <a:ea typeface="Proxima Nova"/>
                <a:cs typeface="Proxima Nova"/>
                <a:sym typeface="Proxima Nova"/>
              </a:defRPr>
            </a:lvl5pPr>
            <a:lvl6pPr indent="-304800" lvl="5" marL="2743200">
              <a:spcBef>
                <a:spcPts val="0"/>
              </a:spcBef>
              <a:spcAft>
                <a:spcPts val="0"/>
              </a:spcAft>
              <a:buSzPts val="1200"/>
              <a:buFont typeface="Proxima Nova"/>
              <a:buChar char="■"/>
              <a:defRPr sz="1200">
                <a:latin typeface="Proxima Nova"/>
                <a:ea typeface="Proxima Nova"/>
                <a:cs typeface="Proxima Nova"/>
                <a:sym typeface="Proxima Nova"/>
              </a:defRPr>
            </a:lvl6pPr>
            <a:lvl7pPr indent="-304800" lvl="6" marL="3200400">
              <a:spcBef>
                <a:spcPts val="0"/>
              </a:spcBef>
              <a:spcAft>
                <a:spcPts val="0"/>
              </a:spcAft>
              <a:buSzPts val="1200"/>
              <a:buFont typeface="Proxima Nova"/>
              <a:buChar char="●"/>
              <a:defRPr sz="1200">
                <a:latin typeface="Proxima Nova"/>
                <a:ea typeface="Proxima Nova"/>
                <a:cs typeface="Proxima Nova"/>
                <a:sym typeface="Proxima Nova"/>
              </a:defRPr>
            </a:lvl7pPr>
            <a:lvl8pPr indent="-304800" lvl="7" marL="3657600">
              <a:spcBef>
                <a:spcPts val="0"/>
              </a:spcBef>
              <a:spcAft>
                <a:spcPts val="0"/>
              </a:spcAft>
              <a:buSzPts val="1200"/>
              <a:buFont typeface="Proxima Nova"/>
              <a:buChar char="○"/>
              <a:defRPr sz="1200">
                <a:latin typeface="Proxima Nova"/>
                <a:ea typeface="Proxima Nova"/>
                <a:cs typeface="Proxima Nova"/>
                <a:sym typeface="Proxima Nova"/>
              </a:defRPr>
            </a:lvl8pPr>
            <a:lvl9pPr indent="-304800" lvl="8" marL="4114800">
              <a:spcBef>
                <a:spcPts val="0"/>
              </a:spcBef>
              <a:spcAft>
                <a:spcPts val="0"/>
              </a:spcAft>
              <a:buSzPts val="1200"/>
              <a:buFont typeface="Proxima Nova"/>
              <a:buChar char="■"/>
              <a:defRPr sz="1200">
                <a:latin typeface="Proxima Nova"/>
                <a:ea typeface="Proxima Nova"/>
                <a:cs typeface="Proxima Nova"/>
                <a:sym typeface="Proxima Nova"/>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20.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3.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8.xml"/><Relationship Id="rId10" Type="http://schemas.openxmlformats.org/officeDocument/2006/relationships/slideLayout" Target="../slideLayouts/slideLayout27.xml"/><Relationship Id="rId12" Type="http://schemas.openxmlformats.org/officeDocument/2006/relationships/theme" Target="../theme/theme4.xml"/><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slideLayout" Target="../slideLayouts/slideLayout21.xml"/><Relationship Id="rId9" Type="http://schemas.openxmlformats.org/officeDocument/2006/relationships/slideLayout" Target="../slideLayouts/slideLayout26.xml"/><Relationship Id="rId5" Type="http://schemas.openxmlformats.org/officeDocument/2006/relationships/slideLayout" Target="../slideLayouts/slideLayout22.xml"/><Relationship Id="rId6" Type="http://schemas.openxmlformats.org/officeDocument/2006/relationships/slideLayout" Target="../slideLayouts/slideLayout23.xml"/><Relationship Id="rId7" Type="http://schemas.openxmlformats.org/officeDocument/2006/relationships/slideLayout" Target="../slideLayouts/slideLayout24.xml"/><Relationship Id="rId8"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9.xml"/><Relationship Id="rId10" Type="http://schemas.openxmlformats.org/officeDocument/2006/relationships/slideLayout" Target="../slideLayouts/slideLayout38.xml"/><Relationship Id="rId13" Type="http://schemas.openxmlformats.org/officeDocument/2006/relationships/theme" Target="../theme/theme2.xml"/><Relationship Id="rId12" Type="http://schemas.openxmlformats.org/officeDocument/2006/relationships/slideLayout" Target="../slideLayouts/slideLayout40.xml"/><Relationship Id="rId1" Type="http://schemas.openxmlformats.org/officeDocument/2006/relationships/slideLayout" Target="../slideLayouts/slideLayout29.xml"/><Relationship Id="rId2" Type="http://schemas.openxmlformats.org/officeDocument/2006/relationships/slideLayout" Target="../slideLayouts/slideLayout30.xml"/><Relationship Id="rId3" Type="http://schemas.openxmlformats.org/officeDocument/2006/relationships/slideLayout" Target="../slideLayouts/slideLayout31.xml"/><Relationship Id="rId4" Type="http://schemas.openxmlformats.org/officeDocument/2006/relationships/slideLayout" Target="../slideLayouts/slideLayout32.xml"/><Relationship Id="rId9" Type="http://schemas.openxmlformats.org/officeDocument/2006/relationships/slideLayout" Target="../slideLayouts/slideLayout37.xml"/><Relationship Id="rId5" Type="http://schemas.openxmlformats.org/officeDocument/2006/relationships/slideLayout" Target="../slideLayouts/slideLayout33.xml"/><Relationship Id="rId6" Type="http://schemas.openxmlformats.org/officeDocument/2006/relationships/slideLayout" Target="../slideLayouts/slideLayout34.xml"/><Relationship Id="rId7" Type="http://schemas.openxmlformats.org/officeDocument/2006/relationships/slideLayout" Target="../slideLayouts/slideLayout35.xml"/><Relationship Id="rId8"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nvSpPr>
        <p:spPr>
          <a:xfrm>
            <a:off x="176900" y="4754425"/>
            <a:ext cx="331200" cy="28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lang="en" sz="600">
                <a:solidFill>
                  <a:srgbClr val="777777"/>
                </a:solidFill>
                <a:latin typeface="Proxima Nova"/>
                <a:ea typeface="Proxima Nova"/>
                <a:cs typeface="Proxima Nova"/>
                <a:sym typeface="Proxima Nova"/>
              </a:rPr>
              <a:t>‹#›</a:t>
            </a:fld>
            <a:endParaRPr sz="600">
              <a:solidFill>
                <a:srgbClr val="777777"/>
              </a:solidFill>
              <a:latin typeface="Proxima Nova"/>
              <a:ea typeface="Proxima Nova"/>
              <a:cs typeface="Proxima Nova"/>
              <a:sym typeface="Proxima Nova"/>
            </a:endParaRPr>
          </a:p>
        </p:txBody>
      </p:sp>
      <p:pic>
        <p:nvPicPr>
          <p:cNvPr id="7" name="Google Shape;7;p1"/>
          <p:cNvPicPr preferRelativeResize="0"/>
          <p:nvPr/>
        </p:nvPicPr>
        <p:blipFill rotWithShape="1">
          <a:blip r:embed="rId1">
            <a:alphaModFix/>
          </a:blip>
          <a:srcRect b="10" l="0" r="0" t="0"/>
          <a:stretch/>
        </p:blipFill>
        <p:spPr>
          <a:xfrm>
            <a:off x="8462125" y="4810682"/>
            <a:ext cx="439132" cy="16857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82" name="Shape 82"/>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32" name="Shape 132"/>
        <p:cNvGrpSpPr/>
        <p:nvPr/>
      </p:nvGrpSpPr>
      <p:grpSpPr>
        <a:xfrm>
          <a:off x="0" y="0"/>
          <a:ext cx="0" cy="0"/>
          <a:chOff x="0" y="0"/>
          <a:chExt cx="0" cy="0"/>
        </a:xfrm>
      </p:grpSpPr>
      <p:sp>
        <p:nvSpPr>
          <p:cNvPr id="133" name="Google Shape;133;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134" name="Google Shape;134;p3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135" name="Google Shape;135;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xml"/><Relationship Id="rId3" Type="http://schemas.openxmlformats.org/officeDocument/2006/relationships/image" Target="../media/image9.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xml"/><Relationship Id="rId3" Type="http://schemas.openxmlformats.org/officeDocument/2006/relationships/image" Target="../media/image2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xml"/><Relationship Id="rId3" Type="http://schemas.openxmlformats.org/officeDocument/2006/relationships/image" Target="../media/image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7.xml"/><Relationship Id="rId3"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8.xml"/><Relationship Id="rId3" Type="http://schemas.openxmlformats.org/officeDocument/2006/relationships/image" Target="../media/image19.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186" name="Shape 186"/>
        <p:cNvGrpSpPr/>
        <p:nvPr/>
      </p:nvGrpSpPr>
      <p:grpSpPr>
        <a:xfrm>
          <a:off x="0" y="0"/>
          <a:ext cx="0" cy="0"/>
          <a:chOff x="0" y="0"/>
          <a:chExt cx="0" cy="0"/>
        </a:xfrm>
      </p:grpSpPr>
      <p:sp>
        <p:nvSpPr>
          <p:cNvPr id="187" name="Google Shape;187;p44"/>
          <p:cNvSpPr txBox="1"/>
          <p:nvPr>
            <p:ph type="title"/>
          </p:nvPr>
        </p:nvSpPr>
        <p:spPr>
          <a:xfrm>
            <a:off x="628650" y="1990850"/>
            <a:ext cx="7663500" cy="2019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Empowering Small Businesses with Gusto and AI</a:t>
            </a:r>
            <a:endParaRPr sz="2000">
              <a:solidFill>
                <a:schemeClr val="dk1"/>
              </a:solidFill>
            </a:endParaRPr>
          </a:p>
          <a:p>
            <a:pPr indent="0" lvl="0" marL="0" rtl="0" algn="ctr">
              <a:spcBef>
                <a:spcPts val="0"/>
              </a:spcBef>
              <a:spcAft>
                <a:spcPts val="0"/>
              </a:spcAft>
              <a:buNone/>
            </a:pPr>
            <a:r>
              <a:t/>
            </a:r>
            <a:endParaRPr>
              <a:solidFill>
                <a:srgbClr val="444649"/>
              </a:solidFill>
            </a:endParaRPr>
          </a:p>
          <a:p>
            <a:pPr indent="0" lvl="0" marL="0" rtl="0" algn="ctr">
              <a:spcBef>
                <a:spcPts val="0"/>
              </a:spcBef>
              <a:spcAft>
                <a:spcPts val="0"/>
              </a:spcAft>
              <a:buNone/>
            </a:pPr>
            <a:r>
              <a:t/>
            </a:r>
            <a:endParaRPr>
              <a:solidFill>
                <a:srgbClr val="444649"/>
              </a:solidFill>
            </a:endParaRPr>
          </a:p>
        </p:txBody>
      </p:sp>
      <p:sp>
        <p:nvSpPr>
          <p:cNvPr id="188" name="Google Shape;188;p44"/>
          <p:cNvSpPr txBox="1"/>
          <p:nvPr>
            <p:ph idx="1" type="subTitle"/>
          </p:nvPr>
        </p:nvSpPr>
        <p:spPr>
          <a:xfrm>
            <a:off x="2514600" y="3298575"/>
            <a:ext cx="4295400" cy="441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Diva: Dive Into AI - July 2025</a:t>
            </a:r>
            <a:endParaRPr>
              <a:solidFill>
                <a:srgbClr val="444649"/>
              </a:solidFill>
            </a:endParaRPr>
          </a:p>
        </p:txBody>
      </p:sp>
      <p:pic>
        <p:nvPicPr>
          <p:cNvPr id="189" name="Google Shape;189;p44"/>
          <p:cNvPicPr preferRelativeResize="0"/>
          <p:nvPr/>
        </p:nvPicPr>
        <p:blipFill>
          <a:blip r:embed="rId3">
            <a:alphaModFix/>
          </a:blip>
          <a:stretch>
            <a:fillRect/>
          </a:stretch>
        </p:blipFill>
        <p:spPr>
          <a:xfrm>
            <a:off x="0" y="2763975"/>
            <a:ext cx="3297150" cy="2379525"/>
          </a:xfrm>
          <a:prstGeom prst="rect">
            <a:avLst/>
          </a:prstGeom>
          <a:noFill/>
          <a:ln>
            <a:noFill/>
          </a:ln>
        </p:spPr>
      </p:pic>
      <p:pic>
        <p:nvPicPr>
          <p:cNvPr id="190" name="Google Shape;190;p44"/>
          <p:cNvPicPr preferRelativeResize="0"/>
          <p:nvPr/>
        </p:nvPicPr>
        <p:blipFill>
          <a:blip r:embed="rId4">
            <a:alphaModFix/>
          </a:blip>
          <a:stretch>
            <a:fillRect/>
          </a:stretch>
        </p:blipFill>
        <p:spPr>
          <a:xfrm>
            <a:off x="5738525" y="2494050"/>
            <a:ext cx="3405475" cy="263782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45"/>
          <p:cNvSpPr/>
          <p:nvPr/>
        </p:nvSpPr>
        <p:spPr>
          <a:xfrm>
            <a:off x="-50" y="0"/>
            <a:ext cx="91440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45"/>
          <p:cNvSpPr txBox="1"/>
          <p:nvPr>
            <p:ph type="title"/>
          </p:nvPr>
        </p:nvSpPr>
        <p:spPr>
          <a:xfrm>
            <a:off x="525450" y="1034400"/>
            <a:ext cx="7972800" cy="1158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4700">
                <a:solidFill>
                  <a:schemeClr val="lt1"/>
                </a:solidFill>
              </a:rPr>
              <a:t>About Me</a:t>
            </a:r>
            <a:endParaRPr b="0" sz="2400">
              <a:solidFill>
                <a:srgbClr val="FFFFFF"/>
              </a:solidFill>
              <a:latin typeface="Proxima Nova Semibold"/>
              <a:ea typeface="Proxima Nova Semibold"/>
              <a:cs typeface="Proxima Nova Semibold"/>
              <a:sym typeface="Proxima Nova Semibold"/>
            </a:endParaRPr>
          </a:p>
        </p:txBody>
      </p:sp>
      <p:sp>
        <p:nvSpPr>
          <p:cNvPr id="197" name="Google Shape;197;p45"/>
          <p:cNvSpPr/>
          <p:nvPr/>
        </p:nvSpPr>
        <p:spPr>
          <a:xfrm>
            <a:off x="628650" y="2158975"/>
            <a:ext cx="4203000" cy="6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198" name="Google Shape;198;p45"/>
          <p:cNvSpPr txBox="1"/>
          <p:nvPr/>
        </p:nvSpPr>
        <p:spPr>
          <a:xfrm>
            <a:off x="525450" y="2269950"/>
            <a:ext cx="4306200" cy="156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800">
              <a:latin typeface="Proxima Nova"/>
              <a:ea typeface="Proxima Nova"/>
              <a:cs typeface="Proxima Nova"/>
              <a:sym typeface="Proxima Nova"/>
            </a:endParaRPr>
          </a:p>
          <a:p>
            <a:pPr indent="0" lvl="0" marL="0" rtl="0" algn="l">
              <a:lnSpc>
                <a:spcPct val="115000"/>
              </a:lnSpc>
              <a:spcBef>
                <a:spcPts val="0"/>
              </a:spcBef>
              <a:spcAft>
                <a:spcPts val="0"/>
              </a:spcAft>
              <a:buNone/>
            </a:pPr>
            <a:r>
              <a:rPr lang="en" sz="2600">
                <a:solidFill>
                  <a:schemeClr val="lt1"/>
                </a:solidFill>
                <a:latin typeface="Proxima Nova"/>
                <a:ea typeface="Proxima Nova"/>
                <a:cs typeface="Proxima Nova"/>
                <a:sym typeface="Proxima Nova"/>
              </a:rPr>
              <a:t>SELMA UTKU</a:t>
            </a:r>
            <a:br>
              <a:rPr lang="en" sz="2600">
                <a:solidFill>
                  <a:schemeClr val="lt1"/>
                </a:solidFill>
                <a:latin typeface="Proxima Nova"/>
                <a:ea typeface="Proxima Nova"/>
                <a:cs typeface="Proxima Nova"/>
                <a:sym typeface="Proxima Nova"/>
              </a:rPr>
            </a:br>
            <a:r>
              <a:rPr lang="en" sz="2600">
                <a:solidFill>
                  <a:schemeClr val="lt1"/>
                </a:solidFill>
                <a:latin typeface="Proxima Nova"/>
                <a:ea typeface="Proxima Nova"/>
                <a:cs typeface="Proxima Nova"/>
                <a:sym typeface="Proxima Nova"/>
              </a:rPr>
              <a:t>Senior Software Engineer Gusto</a:t>
            </a:r>
            <a:endParaRPr sz="2600">
              <a:solidFill>
                <a:schemeClr val="lt1"/>
              </a:solidFill>
              <a:latin typeface="Proxima Nova"/>
              <a:ea typeface="Proxima Nova"/>
              <a:cs typeface="Proxima Nova"/>
              <a:sym typeface="Proxima Nova"/>
            </a:endParaRPr>
          </a:p>
          <a:p>
            <a:pPr indent="0" lvl="0" marL="0" rtl="0" algn="l">
              <a:lnSpc>
                <a:spcPct val="115000"/>
              </a:lnSpc>
              <a:spcBef>
                <a:spcPts val="0"/>
              </a:spcBef>
              <a:spcAft>
                <a:spcPts val="0"/>
              </a:spcAft>
              <a:buNone/>
            </a:pPr>
            <a:r>
              <a:t/>
            </a:r>
            <a:endParaRPr sz="800">
              <a:latin typeface="Proxima Nova"/>
              <a:ea typeface="Proxima Nova"/>
              <a:cs typeface="Proxima Nova"/>
              <a:sym typeface="Proxima Nova"/>
            </a:endParaRPr>
          </a:p>
        </p:txBody>
      </p:sp>
      <p:pic>
        <p:nvPicPr>
          <p:cNvPr id="199" name="Google Shape;199;p45" title="SelmaUtku.png"/>
          <p:cNvPicPr preferRelativeResize="0"/>
          <p:nvPr/>
        </p:nvPicPr>
        <p:blipFill rotWithShape="1">
          <a:blip r:embed="rId3">
            <a:alphaModFix/>
          </a:blip>
          <a:srcRect b="10639" l="18014" r="21856" t="27753"/>
          <a:stretch/>
        </p:blipFill>
        <p:spPr>
          <a:xfrm>
            <a:off x="5136401" y="1381250"/>
            <a:ext cx="3509148" cy="3340999"/>
          </a:xfrm>
          <a:prstGeom prst="rect">
            <a:avLst/>
          </a:prstGeom>
          <a:solidFill>
            <a:srgbClr val="FFFFFF"/>
          </a:solidFill>
          <a:ln>
            <a:noFill/>
          </a:ln>
          <a:effectLst>
            <a:outerShdw blurRad="57150" rotWithShape="0" algn="bl" dir="5400000" dist="19050">
              <a:srgbClr val="000000">
                <a:alpha val="50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46"/>
          <p:cNvSpPr/>
          <p:nvPr/>
        </p:nvSpPr>
        <p:spPr>
          <a:xfrm>
            <a:off x="-50" y="0"/>
            <a:ext cx="91440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46"/>
          <p:cNvSpPr txBox="1"/>
          <p:nvPr>
            <p:ph type="title"/>
          </p:nvPr>
        </p:nvSpPr>
        <p:spPr>
          <a:xfrm>
            <a:off x="504825" y="732900"/>
            <a:ext cx="7972800" cy="1158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4700">
                <a:solidFill>
                  <a:schemeClr val="lt1"/>
                </a:solidFill>
              </a:rPr>
              <a:t>About Gusto</a:t>
            </a:r>
            <a:endParaRPr b="0" sz="2400">
              <a:solidFill>
                <a:srgbClr val="FFFFFF"/>
              </a:solidFill>
              <a:latin typeface="Proxima Nova Semibold"/>
              <a:ea typeface="Proxima Nova Semibold"/>
              <a:cs typeface="Proxima Nova Semibold"/>
              <a:sym typeface="Proxima Nova Semibold"/>
            </a:endParaRPr>
          </a:p>
        </p:txBody>
      </p:sp>
      <p:sp>
        <p:nvSpPr>
          <p:cNvPr id="206" name="Google Shape;206;p46"/>
          <p:cNvSpPr/>
          <p:nvPr/>
        </p:nvSpPr>
        <p:spPr>
          <a:xfrm>
            <a:off x="628650" y="1701775"/>
            <a:ext cx="4203000" cy="6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207" name="Google Shape;207;p46"/>
          <p:cNvSpPr txBox="1"/>
          <p:nvPr/>
        </p:nvSpPr>
        <p:spPr>
          <a:xfrm>
            <a:off x="525450" y="1965150"/>
            <a:ext cx="5088600" cy="2221200"/>
          </a:xfrm>
          <a:prstGeom prst="rect">
            <a:avLst/>
          </a:prstGeom>
          <a:noFill/>
          <a:ln>
            <a:noFill/>
          </a:ln>
        </p:spPr>
        <p:txBody>
          <a:bodyPr anchorCtr="0" anchor="t" bIns="91425" lIns="91425" spcFirstLastPara="1" rIns="91425" wrap="square" tIns="91425">
            <a:noAutofit/>
          </a:bodyPr>
          <a:lstStyle/>
          <a:p>
            <a:pPr indent="-393700" lvl="0" marL="457200" rtl="0" algn="l">
              <a:lnSpc>
                <a:spcPct val="115000"/>
              </a:lnSpc>
              <a:spcBef>
                <a:spcPts val="0"/>
              </a:spcBef>
              <a:spcAft>
                <a:spcPts val="0"/>
              </a:spcAft>
              <a:buClr>
                <a:schemeClr val="lt1"/>
              </a:buClr>
              <a:buSzPts val="2600"/>
              <a:buFont typeface="Proxima Nova"/>
              <a:buChar char="●"/>
            </a:pPr>
            <a:r>
              <a:rPr lang="en" sz="2600">
                <a:solidFill>
                  <a:schemeClr val="lt1"/>
                </a:solidFill>
                <a:latin typeface="Proxima Nova"/>
                <a:ea typeface="Proxima Nova"/>
                <a:cs typeface="Proxima Nova"/>
                <a:sym typeface="Proxima Nova"/>
              </a:rPr>
              <a:t>Launched in 2012</a:t>
            </a:r>
            <a:endParaRPr sz="2600">
              <a:solidFill>
                <a:schemeClr val="lt1"/>
              </a:solidFill>
              <a:latin typeface="Proxima Nova"/>
              <a:ea typeface="Proxima Nova"/>
              <a:cs typeface="Proxima Nova"/>
              <a:sym typeface="Proxima Nova"/>
            </a:endParaRPr>
          </a:p>
          <a:p>
            <a:pPr indent="-393700" lvl="0" marL="457200" rtl="0" algn="l">
              <a:lnSpc>
                <a:spcPct val="115000"/>
              </a:lnSpc>
              <a:spcBef>
                <a:spcPts val="0"/>
              </a:spcBef>
              <a:spcAft>
                <a:spcPts val="0"/>
              </a:spcAft>
              <a:buClr>
                <a:schemeClr val="lt1"/>
              </a:buClr>
              <a:buSzPts val="2600"/>
              <a:buFont typeface="Proxima Nova"/>
              <a:buChar char="●"/>
            </a:pPr>
            <a:r>
              <a:rPr lang="en" sz="2600">
                <a:solidFill>
                  <a:schemeClr val="lt1"/>
                </a:solidFill>
                <a:latin typeface="Proxima Nova"/>
                <a:ea typeface="Proxima Nova"/>
                <a:cs typeface="Proxima Nova"/>
                <a:sym typeface="Proxima Nova"/>
              </a:rPr>
              <a:t>Over 400,000 businesses served across the U.S.</a:t>
            </a:r>
            <a:endParaRPr sz="2600">
              <a:solidFill>
                <a:schemeClr val="lt1"/>
              </a:solidFill>
              <a:latin typeface="Proxima Nova"/>
              <a:ea typeface="Proxima Nova"/>
              <a:cs typeface="Proxima Nova"/>
              <a:sym typeface="Proxima Nova"/>
            </a:endParaRPr>
          </a:p>
          <a:p>
            <a:pPr indent="-393700" lvl="0" marL="457200" rtl="0" algn="l">
              <a:lnSpc>
                <a:spcPct val="115000"/>
              </a:lnSpc>
              <a:spcBef>
                <a:spcPts val="0"/>
              </a:spcBef>
              <a:spcAft>
                <a:spcPts val="0"/>
              </a:spcAft>
              <a:buClr>
                <a:schemeClr val="lt1"/>
              </a:buClr>
              <a:buSzPts val="2600"/>
              <a:buFont typeface="Proxima Nova"/>
              <a:buChar char="●"/>
            </a:pPr>
            <a:r>
              <a:rPr lang="en" sz="2600">
                <a:solidFill>
                  <a:schemeClr val="lt1"/>
                </a:solidFill>
                <a:latin typeface="Proxima Nova"/>
                <a:ea typeface="Proxima Nova"/>
                <a:cs typeface="Proxima Nova"/>
                <a:sym typeface="Proxima Nova"/>
              </a:rPr>
              <a:t>Provides payroll, benefits, and HR tools tailored for small businesses</a:t>
            </a:r>
            <a:endParaRPr sz="2600">
              <a:solidFill>
                <a:schemeClr val="lt1"/>
              </a:solidFill>
              <a:latin typeface="Proxima Nova"/>
              <a:ea typeface="Proxima Nova"/>
              <a:cs typeface="Proxima Nova"/>
              <a:sym typeface="Proxima Nova"/>
            </a:endParaRPr>
          </a:p>
        </p:txBody>
      </p:sp>
      <p:pic>
        <p:nvPicPr>
          <p:cNvPr id="208" name="Google Shape;208;p46"/>
          <p:cNvPicPr preferRelativeResize="0"/>
          <p:nvPr/>
        </p:nvPicPr>
        <p:blipFill>
          <a:blip r:embed="rId3">
            <a:alphaModFix/>
          </a:blip>
          <a:stretch>
            <a:fillRect/>
          </a:stretch>
        </p:blipFill>
        <p:spPr>
          <a:xfrm>
            <a:off x="6188700" y="1998825"/>
            <a:ext cx="2309550" cy="886650"/>
          </a:xfrm>
          <a:prstGeom prst="rect">
            <a:avLst/>
          </a:prstGeom>
          <a:noFill/>
          <a:ln>
            <a:noFill/>
          </a:ln>
        </p:spPr>
      </p:pic>
      <p:sp>
        <p:nvSpPr>
          <p:cNvPr id="209" name="Google Shape;209;p46"/>
          <p:cNvSpPr txBox="1"/>
          <p:nvPr/>
        </p:nvSpPr>
        <p:spPr>
          <a:xfrm>
            <a:off x="6669450" y="2885475"/>
            <a:ext cx="1828800" cy="652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600">
                <a:solidFill>
                  <a:schemeClr val="lt1"/>
                </a:solidFill>
                <a:latin typeface="Proxima Nova"/>
                <a:ea typeface="Proxima Nova"/>
                <a:cs typeface="Proxima Nova"/>
                <a:sym typeface="Proxima Nova"/>
              </a:rPr>
              <a:t>gusto.com</a:t>
            </a:r>
            <a:endParaRPr sz="2600">
              <a:solidFill>
                <a:schemeClr val="lt1"/>
              </a:solidFill>
              <a:latin typeface="Proxima Nova"/>
              <a:ea typeface="Proxima Nova"/>
              <a:cs typeface="Proxima Nova"/>
              <a:sym typeface="Proxima Nov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F2"/>
        </a:solidFill>
      </p:bgPr>
    </p:bg>
    <p:spTree>
      <p:nvGrpSpPr>
        <p:cNvPr id="213" name="Shape 213"/>
        <p:cNvGrpSpPr/>
        <p:nvPr/>
      </p:nvGrpSpPr>
      <p:grpSpPr>
        <a:xfrm>
          <a:off x="0" y="0"/>
          <a:ext cx="0" cy="0"/>
          <a:chOff x="0" y="0"/>
          <a:chExt cx="0" cy="0"/>
        </a:xfrm>
      </p:grpSpPr>
      <p:sp>
        <p:nvSpPr>
          <p:cNvPr id="214" name="Google Shape;214;p47"/>
          <p:cNvSpPr txBox="1"/>
          <p:nvPr>
            <p:ph type="title"/>
          </p:nvPr>
        </p:nvSpPr>
        <p:spPr>
          <a:xfrm>
            <a:off x="349125" y="155250"/>
            <a:ext cx="8468400" cy="1081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a:p>
            <a:pPr indent="0" lvl="0" marL="0" rtl="0" algn="l">
              <a:spcBef>
                <a:spcPts val="0"/>
              </a:spcBef>
              <a:spcAft>
                <a:spcPts val="0"/>
              </a:spcAft>
              <a:buNone/>
            </a:pPr>
            <a:r>
              <a:rPr lang="en" sz="4000"/>
              <a:t>The Challenge for Small Businesses</a:t>
            </a:r>
            <a:endParaRPr b="0" sz="4000"/>
          </a:p>
        </p:txBody>
      </p:sp>
      <p:sp>
        <p:nvSpPr>
          <p:cNvPr id="215" name="Google Shape;215;p47"/>
          <p:cNvSpPr txBox="1"/>
          <p:nvPr>
            <p:ph idx="2" type="body"/>
          </p:nvPr>
        </p:nvSpPr>
        <p:spPr>
          <a:xfrm>
            <a:off x="349125" y="1355550"/>
            <a:ext cx="7730700" cy="2432400"/>
          </a:xfrm>
          <a:prstGeom prst="rect">
            <a:avLst/>
          </a:prstGeom>
        </p:spPr>
        <p:txBody>
          <a:bodyPr anchorCtr="0" anchor="t" bIns="91425" lIns="91425" spcFirstLastPara="1" rIns="91425" wrap="square" tIns="91425">
            <a:normAutofit fontScale="92500"/>
          </a:bodyPr>
          <a:lstStyle/>
          <a:p>
            <a:pPr indent="0" lvl="0" marL="0" rtl="0" algn="l">
              <a:spcBef>
                <a:spcPts val="1000"/>
              </a:spcBef>
              <a:spcAft>
                <a:spcPts val="0"/>
              </a:spcAft>
              <a:buClr>
                <a:schemeClr val="dk1"/>
              </a:buClr>
              <a:buSzPct val="68750"/>
              <a:buFont typeface="Arial"/>
              <a:buNone/>
            </a:pPr>
            <a:r>
              <a:t/>
            </a:r>
            <a:endParaRPr sz="1600">
              <a:solidFill>
                <a:srgbClr val="222525"/>
              </a:solidFill>
            </a:endParaRPr>
          </a:p>
          <a:p>
            <a:pPr indent="-383306" lvl="0" marL="457200" rtl="0" algn="l">
              <a:spcBef>
                <a:spcPts val="1200"/>
              </a:spcBef>
              <a:spcAft>
                <a:spcPts val="0"/>
              </a:spcAft>
              <a:buClr>
                <a:srgbClr val="222525"/>
              </a:buClr>
              <a:buSzPct val="100000"/>
              <a:buFont typeface="Proxima Nova Semibold"/>
              <a:buChar char="●"/>
            </a:pPr>
            <a:r>
              <a:rPr lang="en" sz="2633">
                <a:solidFill>
                  <a:srgbClr val="222525"/>
                </a:solidFill>
                <a:latin typeface="Proxima Nova Semibold"/>
                <a:ea typeface="Proxima Nova Semibold"/>
                <a:cs typeface="Proxima Nova Semibold"/>
                <a:sym typeface="Proxima Nova Semibold"/>
              </a:rPr>
              <a:t>Managing payroll, benefits and HR can be complex</a:t>
            </a:r>
            <a:endParaRPr sz="2633">
              <a:solidFill>
                <a:srgbClr val="222525"/>
              </a:solidFill>
              <a:latin typeface="Proxima Nova Semibold"/>
              <a:ea typeface="Proxima Nova Semibold"/>
              <a:cs typeface="Proxima Nova Semibold"/>
              <a:sym typeface="Proxima Nova Semibold"/>
            </a:endParaRPr>
          </a:p>
          <a:p>
            <a:pPr indent="-383306" lvl="0" marL="457200" rtl="0" algn="l">
              <a:spcBef>
                <a:spcPts val="1200"/>
              </a:spcBef>
              <a:spcAft>
                <a:spcPts val="0"/>
              </a:spcAft>
              <a:buClr>
                <a:srgbClr val="222525"/>
              </a:buClr>
              <a:buSzPct val="100000"/>
              <a:buFont typeface="Proxima Nova Semibold"/>
              <a:buChar char="●"/>
            </a:pPr>
            <a:r>
              <a:rPr lang="en" sz="2633">
                <a:solidFill>
                  <a:srgbClr val="222525"/>
                </a:solidFill>
                <a:latin typeface="Proxima Nova Semibold"/>
                <a:ea typeface="Proxima Nova Semibold"/>
                <a:cs typeface="Proxima Nova Semibold"/>
                <a:sym typeface="Proxima Nova Semibold"/>
              </a:rPr>
              <a:t>Staying compliant with regulations is difficult</a:t>
            </a:r>
            <a:endParaRPr sz="2633">
              <a:solidFill>
                <a:srgbClr val="222525"/>
              </a:solidFill>
              <a:latin typeface="Proxima Nova Semibold"/>
              <a:ea typeface="Proxima Nova Semibold"/>
              <a:cs typeface="Proxima Nova Semibold"/>
              <a:sym typeface="Proxima Nova Semibold"/>
            </a:endParaRPr>
          </a:p>
          <a:p>
            <a:pPr indent="-383306" lvl="0" marL="457200" rtl="0" algn="l">
              <a:spcBef>
                <a:spcPts val="1000"/>
              </a:spcBef>
              <a:spcAft>
                <a:spcPts val="1200"/>
              </a:spcAft>
              <a:buClr>
                <a:srgbClr val="222525"/>
              </a:buClr>
              <a:buSzPct val="100000"/>
              <a:buFont typeface="Proxima Nova Semibold"/>
              <a:buChar char="●"/>
            </a:pPr>
            <a:r>
              <a:rPr lang="en" sz="2633">
                <a:solidFill>
                  <a:srgbClr val="222525"/>
                </a:solidFill>
                <a:latin typeface="Proxima Nova Semibold"/>
                <a:ea typeface="Proxima Nova Semibold"/>
                <a:cs typeface="Proxima Nova Semibold"/>
                <a:sym typeface="Proxima Nova Semibold"/>
              </a:rPr>
              <a:t>Limited time and resources for administrative tasks</a:t>
            </a:r>
            <a:endParaRPr sz="2633">
              <a:solidFill>
                <a:srgbClr val="222525"/>
              </a:solidFill>
              <a:latin typeface="Proxima Nova Semibold"/>
              <a:ea typeface="Proxima Nova Semibold"/>
              <a:cs typeface="Proxima Nova Semibold"/>
              <a:sym typeface="Proxima Nova Semibo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F2"/>
        </a:solidFill>
      </p:bgPr>
    </p:bg>
    <p:spTree>
      <p:nvGrpSpPr>
        <p:cNvPr id="219" name="Shape 219"/>
        <p:cNvGrpSpPr/>
        <p:nvPr/>
      </p:nvGrpSpPr>
      <p:grpSpPr>
        <a:xfrm>
          <a:off x="0" y="0"/>
          <a:ext cx="0" cy="0"/>
          <a:chOff x="0" y="0"/>
          <a:chExt cx="0" cy="0"/>
        </a:xfrm>
      </p:grpSpPr>
      <p:sp>
        <p:nvSpPr>
          <p:cNvPr id="220" name="Google Shape;220;p48"/>
          <p:cNvSpPr txBox="1"/>
          <p:nvPr>
            <p:ph type="title"/>
          </p:nvPr>
        </p:nvSpPr>
        <p:spPr>
          <a:xfrm>
            <a:off x="349125" y="155250"/>
            <a:ext cx="8468400" cy="1081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a:p>
            <a:pPr indent="0" lvl="0" marL="0" rtl="0" algn="l">
              <a:spcBef>
                <a:spcPts val="0"/>
              </a:spcBef>
              <a:spcAft>
                <a:spcPts val="0"/>
              </a:spcAft>
              <a:buNone/>
            </a:pPr>
            <a:r>
              <a:rPr lang="en" sz="4000"/>
              <a:t>How Gusto Helps</a:t>
            </a:r>
            <a:endParaRPr b="0" sz="4000"/>
          </a:p>
        </p:txBody>
      </p:sp>
      <p:sp>
        <p:nvSpPr>
          <p:cNvPr id="221" name="Google Shape;221;p48"/>
          <p:cNvSpPr txBox="1"/>
          <p:nvPr>
            <p:ph idx="2" type="body"/>
          </p:nvPr>
        </p:nvSpPr>
        <p:spPr>
          <a:xfrm>
            <a:off x="349125" y="1355550"/>
            <a:ext cx="8667600" cy="2432400"/>
          </a:xfrm>
          <a:prstGeom prst="rect">
            <a:avLst/>
          </a:prstGeom>
        </p:spPr>
        <p:txBody>
          <a:bodyPr anchorCtr="0" anchor="t" bIns="91425" lIns="91425" spcFirstLastPara="1" rIns="91425" wrap="square" tIns="91425">
            <a:normAutofit/>
          </a:bodyPr>
          <a:lstStyle/>
          <a:p>
            <a:pPr indent="0" lvl="0" marL="0" rtl="0" algn="l">
              <a:spcBef>
                <a:spcPts val="1000"/>
              </a:spcBef>
              <a:spcAft>
                <a:spcPts val="0"/>
              </a:spcAft>
              <a:buClr>
                <a:schemeClr val="dk1"/>
              </a:buClr>
              <a:buSzPts val="1100"/>
              <a:buFont typeface="Arial"/>
              <a:buNone/>
            </a:pPr>
            <a:r>
              <a:t/>
            </a:r>
            <a:endParaRPr sz="1600">
              <a:solidFill>
                <a:srgbClr val="222525"/>
              </a:solidFill>
            </a:endParaRPr>
          </a:p>
          <a:p>
            <a:pPr indent="-383150" lvl="0" marL="457200" rtl="0" algn="l">
              <a:spcBef>
                <a:spcPts val="1200"/>
              </a:spcBef>
              <a:spcAft>
                <a:spcPts val="0"/>
              </a:spcAft>
              <a:buClr>
                <a:srgbClr val="222525"/>
              </a:buClr>
              <a:buSzPts val="2434"/>
              <a:buFont typeface="Proxima Nova Semibold"/>
              <a:buChar char="●"/>
            </a:pPr>
            <a:r>
              <a:rPr lang="en" sz="2433">
                <a:solidFill>
                  <a:srgbClr val="222525"/>
                </a:solidFill>
                <a:latin typeface="Proxima Nova Semibold"/>
                <a:ea typeface="Proxima Nova Semibold"/>
                <a:cs typeface="Proxima Nova Semibold"/>
                <a:sym typeface="Proxima Nova Semibold"/>
              </a:rPr>
              <a:t>Simple, all-in-one platform for payroll, benefits and HR</a:t>
            </a:r>
            <a:endParaRPr sz="2433">
              <a:solidFill>
                <a:srgbClr val="222525"/>
              </a:solidFill>
              <a:latin typeface="Proxima Nova Semibold"/>
              <a:ea typeface="Proxima Nova Semibold"/>
              <a:cs typeface="Proxima Nova Semibold"/>
              <a:sym typeface="Proxima Nova Semibold"/>
            </a:endParaRPr>
          </a:p>
          <a:p>
            <a:pPr indent="-383150" lvl="0" marL="457200" rtl="0" algn="l">
              <a:spcBef>
                <a:spcPts val="1200"/>
              </a:spcBef>
              <a:spcAft>
                <a:spcPts val="0"/>
              </a:spcAft>
              <a:buClr>
                <a:srgbClr val="222525"/>
              </a:buClr>
              <a:buSzPts val="2434"/>
              <a:buFont typeface="Proxima Nova Semibold"/>
              <a:buChar char="●"/>
            </a:pPr>
            <a:r>
              <a:rPr lang="en" sz="2433">
                <a:solidFill>
                  <a:srgbClr val="222525"/>
                </a:solidFill>
                <a:latin typeface="Proxima Nova Semibold"/>
                <a:ea typeface="Proxima Nova Semibold"/>
                <a:cs typeface="Proxima Nova Semibold"/>
                <a:sym typeface="Proxima Nova Semibold"/>
              </a:rPr>
              <a:t>Automates compliance and tax filing</a:t>
            </a:r>
            <a:endParaRPr sz="2433">
              <a:solidFill>
                <a:srgbClr val="222525"/>
              </a:solidFill>
              <a:latin typeface="Proxima Nova Semibold"/>
              <a:ea typeface="Proxima Nova Semibold"/>
              <a:cs typeface="Proxima Nova Semibold"/>
              <a:sym typeface="Proxima Nova Semibold"/>
            </a:endParaRPr>
          </a:p>
          <a:p>
            <a:pPr indent="-383150" lvl="0" marL="457200" rtl="0" algn="l">
              <a:spcBef>
                <a:spcPts val="1200"/>
              </a:spcBef>
              <a:spcAft>
                <a:spcPts val="1200"/>
              </a:spcAft>
              <a:buClr>
                <a:srgbClr val="222525"/>
              </a:buClr>
              <a:buSzPts val="2434"/>
              <a:buFont typeface="Proxima Nova Semibold"/>
              <a:buChar char="●"/>
            </a:pPr>
            <a:r>
              <a:rPr lang="en" sz="2433">
                <a:solidFill>
                  <a:srgbClr val="222525"/>
                </a:solidFill>
                <a:latin typeface="Proxima Nova Semibold"/>
                <a:ea typeface="Proxima Nova Semibold"/>
                <a:cs typeface="Proxima Nova Semibold"/>
                <a:sym typeface="Proxima Nova Semibold"/>
              </a:rPr>
              <a:t>Provides expert support and guidance</a:t>
            </a:r>
            <a:endParaRPr sz="2433">
              <a:solidFill>
                <a:srgbClr val="222525"/>
              </a:solidFill>
              <a:latin typeface="Proxima Nova Semibold"/>
              <a:ea typeface="Proxima Nova Semibold"/>
              <a:cs typeface="Proxima Nova Semibold"/>
              <a:sym typeface="Proxima Nova Semibo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49"/>
          <p:cNvSpPr txBox="1"/>
          <p:nvPr>
            <p:ph type="title"/>
          </p:nvPr>
        </p:nvSpPr>
        <p:spPr>
          <a:xfrm>
            <a:off x="914850" y="428700"/>
            <a:ext cx="7314300" cy="3771900"/>
          </a:xfrm>
          <a:prstGeom prst="rect">
            <a:avLst/>
          </a:prstGeom>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a:solidFill>
                  <a:srgbClr val="0B2622"/>
                </a:solidFill>
                <a:latin typeface="Song Myung"/>
                <a:ea typeface="Song Myung"/>
                <a:cs typeface="Song Myung"/>
                <a:sym typeface="Song Myung"/>
              </a:rPr>
              <a:t>Meet Gus</a:t>
            </a:r>
            <a:endParaRPr>
              <a:solidFill>
                <a:srgbClr val="0B2622"/>
              </a:solidFill>
              <a:latin typeface="Song Myung"/>
              <a:ea typeface="Song Myung"/>
              <a:cs typeface="Song Myung"/>
              <a:sym typeface="Song Myung"/>
            </a:endParaRPr>
          </a:p>
          <a:p>
            <a:pPr indent="0" lvl="0" marL="0" rtl="0" algn="ctr">
              <a:spcBef>
                <a:spcPts val="0"/>
              </a:spcBef>
              <a:spcAft>
                <a:spcPts val="0"/>
              </a:spcAft>
              <a:buNone/>
            </a:pPr>
            <a:r>
              <a:rPr lang="en" sz="3600">
                <a:solidFill>
                  <a:srgbClr val="444649"/>
                </a:solidFill>
                <a:latin typeface="Song Myung"/>
                <a:ea typeface="Song Myung"/>
                <a:cs typeface="Song Myung"/>
                <a:sym typeface="Song Myung"/>
              </a:rPr>
              <a:t>Gusto’s AI Assistant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F2"/>
        </a:solidFill>
      </p:bgPr>
    </p:bg>
    <p:spTree>
      <p:nvGrpSpPr>
        <p:cNvPr id="230" name="Shape 230"/>
        <p:cNvGrpSpPr/>
        <p:nvPr/>
      </p:nvGrpSpPr>
      <p:grpSpPr>
        <a:xfrm>
          <a:off x="0" y="0"/>
          <a:ext cx="0" cy="0"/>
          <a:chOff x="0" y="0"/>
          <a:chExt cx="0" cy="0"/>
        </a:xfrm>
      </p:grpSpPr>
      <p:sp>
        <p:nvSpPr>
          <p:cNvPr id="231" name="Google Shape;231;p50"/>
          <p:cNvSpPr txBox="1"/>
          <p:nvPr/>
        </p:nvSpPr>
        <p:spPr>
          <a:xfrm>
            <a:off x="5288925" y="492675"/>
            <a:ext cx="3887400" cy="178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2900">
                <a:solidFill>
                  <a:srgbClr val="0B2622"/>
                </a:solidFill>
                <a:latin typeface="Song Myung"/>
                <a:ea typeface="Song Myung"/>
                <a:cs typeface="Song Myung"/>
                <a:sym typeface="Song Myung"/>
              </a:rPr>
              <a:t>Gus provides quick access to critical information</a:t>
            </a:r>
            <a:endParaRPr sz="2900">
              <a:solidFill>
                <a:srgbClr val="0B2622"/>
              </a:solidFill>
              <a:latin typeface="Song Myung"/>
              <a:ea typeface="Song Myung"/>
              <a:cs typeface="Song Myung"/>
              <a:sym typeface="Song Myung"/>
            </a:endParaRPr>
          </a:p>
          <a:p>
            <a:pPr indent="0" lvl="0" marL="0" rtl="0" algn="l">
              <a:spcBef>
                <a:spcPts val="0"/>
              </a:spcBef>
              <a:spcAft>
                <a:spcPts val="0"/>
              </a:spcAft>
              <a:buNone/>
            </a:pPr>
            <a:r>
              <a:t/>
            </a:r>
            <a:endParaRPr b="1" sz="2900">
              <a:solidFill>
                <a:srgbClr val="0B2622"/>
              </a:solidFill>
              <a:latin typeface="Proxima Nova"/>
              <a:ea typeface="Proxima Nova"/>
              <a:cs typeface="Proxima Nova"/>
              <a:sym typeface="Proxima Nova"/>
            </a:endParaRPr>
          </a:p>
        </p:txBody>
      </p:sp>
      <p:sp>
        <p:nvSpPr>
          <p:cNvPr id="232" name="Google Shape;232;p50"/>
          <p:cNvSpPr txBox="1"/>
          <p:nvPr/>
        </p:nvSpPr>
        <p:spPr>
          <a:xfrm>
            <a:off x="5072550" y="2240975"/>
            <a:ext cx="3887400" cy="2103600"/>
          </a:xfrm>
          <a:prstGeom prst="rect">
            <a:avLst/>
          </a:prstGeom>
          <a:noFill/>
          <a:ln>
            <a:noFill/>
          </a:ln>
        </p:spPr>
        <p:txBody>
          <a:bodyPr anchorCtr="0" anchor="t" bIns="0" lIns="0" spcFirstLastPara="1" rIns="0" wrap="square" tIns="0">
            <a:spAutoFit/>
          </a:bodyPr>
          <a:lstStyle/>
          <a:p>
            <a:pPr indent="-355600" lvl="0" marL="457200" rtl="0" algn="l">
              <a:lnSpc>
                <a:spcPct val="100000"/>
              </a:lnSpc>
              <a:spcBef>
                <a:spcPts val="0"/>
              </a:spcBef>
              <a:spcAft>
                <a:spcPts val="0"/>
              </a:spcAft>
              <a:buClr>
                <a:srgbClr val="0B2622"/>
              </a:buClr>
              <a:buSzPts val="2000"/>
              <a:buFont typeface="Proxima Nova Semibold"/>
              <a:buChar char="●"/>
            </a:pPr>
            <a:r>
              <a:rPr lang="en" sz="2000">
                <a:solidFill>
                  <a:srgbClr val="0B2622"/>
                </a:solidFill>
                <a:latin typeface="Proxima Nova Semibold"/>
                <a:ea typeface="Proxima Nova Semibold"/>
                <a:cs typeface="Proxima Nova Semibold"/>
                <a:sym typeface="Proxima Nova Semibold"/>
              </a:rPr>
              <a:t>Leverages AI to understand and interpret the questions you ask</a:t>
            </a:r>
            <a:endParaRPr sz="2000">
              <a:solidFill>
                <a:srgbClr val="0B2622"/>
              </a:solidFill>
              <a:latin typeface="Proxima Nova Semibold"/>
              <a:ea typeface="Proxima Nova Semibold"/>
              <a:cs typeface="Proxima Nova Semibold"/>
              <a:sym typeface="Proxima Nova Semibold"/>
            </a:endParaRPr>
          </a:p>
          <a:p>
            <a:pPr indent="-355600" lvl="0" marL="457200" rtl="0" algn="l">
              <a:lnSpc>
                <a:spcPct val="100000"/>
              </a:lnSpc>
              <a:spcBef>
                <a:spcPts val="1000"/>
              </a:spcBef>
              <a:spcAft>
                <a:spcPts val="0"/>
              </a:spcAft>
              <a:buClr>
                <a:srgbClr val="0B2622"/>
              </a:buClr>
              <a:buSzPts val="2000"/>
              <a:buFont typeface="Proxima Nova Semibold"/>
              <a:buChar char="●"/>
            </a:pPr>
            <a:r>
              <a:rPr lang="en" sz="2000">
                <a:solidFill>
                  <a:srgbClr val="0B2622"/>
                </a:solidFill>
                <a:latin typeface="Proxima Nova Semibold"/>
                <a:ea typeface="Proxima Nova Semibold"/>
                <a:cs typeface="Proxima Nova Semibold"/>
                <a:sym typeface="Proxima Nova Semibold"/>
              </a:rPr>
              <a:t>Answers quickly, accurately, and in plain English </a:t>
            </a:r>
            <a:endParaRPr sz="2000">
              <a:solidFill>
                <a:srgbClr val="0B2622"/>
              </a:solidFill>
              <a:latin typeface="Proxima Nova Semibold"/>
              <a:ea typeface="Proxima Nova Semibold"/>
              <a:cs typeface="Proxima Nova Semibold"/>
              <a:sym typeface="Proxima Nova Semibold"/>
            </a:endParaRPr>
          </a:p>
          <a:p>
            <a:pPr indent="0" lvl="0" marL="457200" rtl="0" algn="l">
              <a:lnSpc>
                <a:spcPct val="100000"/>
              </a:lnSpc>
              <a:spcBef>
                <a:spcPts val="1000"/>
              </a:spcBef>
              <a:spcAft>
                <a:spcPts val="1000"/>
              </a:spcAft>
              <a:buNone/>
            </a:pPr>
            <a:r>
              <a:t/>
            </a:r>
            <a:endParaRPr sz="2000">
              <a:solidFill>
                <a:srgbClr val="0B2622"/>
              </a:solidFill>
              <a:latin typeface="Proxima Nova Semibold"/>
              <a:ea typeface="Proxima Nova Semibold"/>
              <a:cs typeface="Proxima Nova Semibold"/>
              <a:sym typeface="Proxima Nova Semibold"/>
            </a:endParaRPr>
          </a:p>
        </p:txBody>
      </p:sp>
      <p:pic>
        <p:nvPicPr>
          <p:cNvPr id="233" name="Google Shape;233;p50"/>
          <p:cNvPicPr preferRelativeResize="0"/>
          <p:nvPr/>
        </p:nvPicPr>
        <p:blipFill rotWithShape="1">
          <a:blip r:embed="rId3">
            <a:alphaModFix/>
          </a:blip>
          <a:srcRect b="797" l="1531" r="1531" t="806"/>
          <a:stretch/>
        </p:blipFill>
        <p:spPr>
          <a:xfrm>
            <a:off x="384450" y="1174175"/>
            <a:ext cx="4260300" cy="2371800"/>
          </a:xfrm>
          <a:prstGeom prst="roundRect">
            <a:avLst>
              <a:gd fmla="val 4087" name="adj"/>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F2"/>
        </a:solidFill>
      </p:bgPr>
    </p:bg>
    <p:spTree>
      <p:nvGrpSpPr>
        <p:cNvPr id="237" name="Shape 237"/>
        <p:cNvGrpSpPr/>
        <p:nvPr/>
      </p:nvGrpSpPr>
      <p:grpSpPr>
        <a:xfrm>
          <a:off x="0" y="0"/>
          <a:ext cx="0" cy="0"/>
          <a:chOff x="0" y="0"/>
          <a:chExt cx="0" cy="0"/>
        </a:xfrm>
      </p:grpSpPr>
      <p:pic>
        <p:nvPicPr>
          <p:cNvPr id="238" name="Google Shape;238;p51"/>
          <p:cNvPicPr preferRelativeResize="0"/>
          <p:nvPr/>
        </p:nvPicPr>
        <p:blipFill rotWithShape="1">
          <a:blip r:embed="rId3">
            <a:alphaModFix/>
          </a:blip>
          <a:srcRect b="0" l="0" r="3920" t="0"/>
          <a:stretch/>
        </p:blipFill>
        <p:spPr>
          <a:xfrm>
            <a:off x="1485150" y="2337525"/>
            <a:ext cx="4114800" cy="2348700"/>
          </a:xfrm>
          <a:prstGeom prst="roundRect">
            <a:avLst>
              <a:gd fmla="val 5027" name="adj"/>
            </a:avLst>
          </a:prstGeom>
          <a:noFill/>
          <a:ln>
            <a:noFill/>
          </a:ln>
        </p:spPr>
      </p:pic>
      <p:pic>
        <p:nvPicPr>
          <p:cNvPr id="239" name="Google Shape;239;p51"/>
          <p:cNvPicPr preferRelativeResize="0"/>
          <p:nvPr/>
        </p:nvPicPr>
        <p:blipFill rotWithShape="1">
          <a:blip r:embed="rId4">
            <a:alphaModFix/>
          </a:blip>
          <a:srcRect b="1602" l="2785" r="2794" t="664"/>
          <a:stretch/>
        </p:blipFill>
        <p:spPr>
          <a:xfrm>
            <a:off x="4572000" y="458625"/>
            <a:ext cx="4114800" cy="2369400"/>
          </a:xfrm>
          <a:prstGeom prst="roundRect">
            <a:avLst>
              <a:gd fmla="val 5253" name="adj"/>
            </a:avLst>
          </a:prstGeom>
          <a:noFill/>
          <a:ln>
            <a:noFill/>
          </a:ln>
        </p:spPr>
      </p:pic>
      <p:sp>
        <p:nvSpPr>
          <p:cNvPr id="240" name="Google Shape;240;p51"/>
          <p:cNvSpPr txBox="1"/>
          <p:nvPr/>
        </p:nvSpPr>
        <p:spPr>
          <a:xfrm>
            <a:off x="457200" y="801025"/>
            <a:ext cx="3413400" cy="178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2900">
                <a:solidFill>
                  <a:srgbClr val="0B2622"/>
                </a:solidFill>
                <a:latin typeface="Song Myung"/>
                <a:ea typeface="Song Myung"/>
                <a:cs typeface="Song Myung"/>
                <a:sym typeface="Song Myung"/>
              </a:rPr>
              <a:t>Gus provides quick access to critical information</a:t>
            </a:r>
            <a:endParaRPr sz="2900">
              <a:solidFill>
                <a:srgbClr val="0B2622"/>
              </a:solidFill>
              <a:latin typeface="Song Myung"/>
              <a:ea typeface="Song Myung"/>
              <a:cs typeface="Song Myung"/>
              <a:sym typeface="Song Myung"/>
            </a:endParaRPr>
          </a:p>
          <a:p>
            <a:pPr indent="0" lvl="0" marL="0" rtl="0" algn="l">
              <a:spcBef>
                <a:spcPts val="0"/>
              </a:spcBef>
              <a:spcAft>
                <a:spcPts val="0"/>
              </a:spcAft>
              <a:buNone/>
            </a:pPr>
            <a:r>
              <a:t/>
            </a:r>
            <a:endParaRPr sz="2900">
              <a:solidFill>
                <a:srgbClr val="0B2622"/>
              </a:solidFill>
              <a:latin typeface="Song Myung"/>
              <a:ea typeface="Song Myung"/>
              <a:cs typeface="Song Myung"/>
              <a:sym typeface="Song Myung"/>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F2"/>
        </a:solidFill>
      </p:bgPr>
    </p:bg>
    <p:spTree>
      <p:nvGrpSpPr>
        <p:cNvPr id="244" name="Shape 244"/>
        <p:cNvGrpSpPr/>
        <p:nvPr/>
      </p:nvGrpSpPr>
      <p:grpSpPr>
        <a:xfrm>
          <a:off x="0" y="0"/>
          <a:ext cx="0" cy="0"/>
          <a:chOff x="0" y="0"/>
          <a:chExt cx="0" cy="0"/>
        </a:xfrm>
      </p:grpSpPr>
      <p:pic>
        <p:nvPicPr>
          <p:cNvPr id="245" name="Google Shape;245;p52"/>
          <p:cNvPicPr preferRelativeResize="0"/>
          <p:nvPr/>
        </p:nvPicPr>
        <p:blipFill rotWithShape="1">
          <a:blip r:embed="rId3">
            <a:alphaModFix/>
          </a:blip>
          <a:srcRect b="0" l="1281" r="12108" t="0"/>
          <a:stretch/>
        </p:blipFill>
        <p:spPr>
          <a:xfrm>
            <a:off x="4951200" y="2151325"/>
            <a:ext cx="3648000" cy="2031000"/>
          </a:xfrm>
          <a:prstGeom prst="roundRect">
            <a:avLst>
              <a:gd fmla="val 5028" name="adj"/>
            </a:avLst>
          </a:prstGeom>
          <a:noFill/>
          <a:ln>
            <a:noFill/>
          </a:ln>
          <a:effectLst>
            <a:outerShdw blurRad="57150" rotWithShape="0" algn="bl" dir="5400000" dist="19050">
              <a:srgbClr val="000000">
                <a:alpha val="50000"/>
              </a:srgbClr>
            </a:outerShdw>
          </a:effectLst>
        </p:spPr>
      </p:pic>
      <p:sp>
        <p:nvSpPr>
          <p:cNvPr id="246" name="Google Shape;246;p52"/>
          <p:cNvSpPr txBox="1"/>
          <p:nvPr/>
        </p:nvSpPr>
        <p:spPr>
          <a:xfrm>
            <a:off x="457200" y="808563"/>
            <a:ext cx="3648000" cy="1662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2700">
                <a:solidFill>
                  <a:srgbClr val="0B2622"/>
                </a:solidFill>
                <a:latin typeface="Song Myung"/>
                <a:ea typeface="Song Myung"/>
                <a:cs typeface="Song Myung"/>
                <a:sym typeface="Song Myung"/>
              </a:rPr>
              <a:t>Gus executes tasks </a:t>
            </a:r>
            <a:br>
              <a:rPr lang="en" sz="2700">
                <a:solidFill>
                  <a:srgbClr val="0B2622"/>
                </a:solidFill>
                <a:latin typeface="Song Myung"/>
                <a:ea typeface="Song Myung"/>
                <a:cs typeface="Song Myung"/>
                <a:sym typeface="Song Myung"/>
              </a:rPr>
            </a:br>
            <a:r>
              <a:rPr lang="en" sz="2700">
                <a:solidFill>
                  <a:srgbClr val="0B2622"/>
                </a:solidFill>
                <a:latin typeface="Song Myung"/>
                <a:ea typeface="Song Myung"/>
                <a:cs typeface="Song Myung"/>
                <a:sym typeface="Song Myung"/>
              </a:rPr>
              <a:t>for you – with you in the driver’s seat</a:t>
            </a:r>
            <a:endParaRPr sz="2700">
              <a:solidFill>
                <a:srgbClr val="0B2622"/>
              </a:solidFill>
              <a:latin typeface="Song Myung"/>
              <a:ea typeface="Song Myung"/>
              <a:cs typeface="Song Myung"/>
              <a:sym typeface="Song Myung"/>
            </a:endParaRPr>
          </a:p>
          <a:p>
            <a:pPr indent="0" lvl="0" marL="0" rtl="0" algn="l">
              <a:spcBef>
                <a:spcPts val="0"/>
              </a:spcBef>
              <a:spcAft>
                <a:spcPts val="0"/>
              </a:spcAft>
              <a:buNone/>
            </a:pPr>
            <a:r>
              <a:t/>
            </a:r>
            <a:endParaRPr sz="2700">
              <a:solidFill>
                <a:srgbClr val="0B2622"/>
              </a:solidFill>
              <a:latin typeface="Song Myung"/>
              <a:ea typeface="Song Myung"/>
              <a:cs typeface="Song Myung"/>
              <a:sym typeface="Song Myung"/>
            </a:endParaRPr>
          </a:p>
        </p:txBody>
      </p:sp>
      <p:sp>
        <p:nvSpPr>
          <p:cNvPr id="247" name="Google Shape;247;p52"/>
          <p:cNvSpPr txBox="1"/>
          <p:nvPr/>
        </p:nvSpPr>
        <p:spPr>
          <a:xfrm>
            <a:off x="457200" y="2628888"/>
            <a:ext cx="3882300" cy="1795800"/>
          </a:xfrm>
          <a:prstGeom prst="rect">
            <a:avLst/>
          </a:prstGeom>
          <a:noFill/>
          <a:ln>
            <a:noFill/>
          </a:ln>
        </p:spPr>
        <p:txBody>
          <a:bodyPr anchorCtr="0" anchor="t" bIns="0" lIns="0" spcFirstLastPara="1" rIns="0" wrap="square" tIns="0">
            <a:spAutoFit/>
          </a:bodyPr>
          <a:lstStyle/>
          <a:p>
            <a:pPr indent="-355600" lvl="0" marL="457200" rtl="0" algn="l">
              <a:spcBef>
                <a:spcPts val="0"/>
              </a:spcBef>
              <a:spcAft>
                <a:spcPts val="0"/>
              </a:spcAft>
              <a:buClr>
                <a:srgbClr val="0B2622"/>
              </a:buClr>
              <a:buSzPts val="2000"/>
              <a:buFont typeface="Proxima Nova Semibold"/>
              <a:buChar char="●"/>
            </a:pPr>
            <a:r>
              <a:rPr lang="en" sz="2000">
                <a:solidFill>
                  <a:srgbClr val="0B2622"/>
                </a:solidFill>
                <a:latin typeface="Proxima Nova Semibold"/>
                <a:ea typeface="Proxima Nova Semibold"/>
                <a:cs typeface="Proxima Nova Semibold"/>
                <a:sym typeface="Proxima Nova Semibold"/>
              </a:rPr>
              <a:t>Disambiguates confusing requests </a:t>
            </a:r>
            <a:endParaRPr sz="2000">
              <a:solidFill>
                <a:srgbClr val="0B2622"/>
              </a:solidFill>
              <a:latin typeface="Proxima Nova Semibold"/>
              <a:ea typeface="Proxima Nova Semibold"/>
              <a:cs typeface="Proxima Nova Semibold"/>
              <a:sym typeface="Proxima Nova Semibold"/>
            </a:endParaRPr>
          </a:p>
          <a:p>
            <a:pPr indent="-355600" lvl="0" marL="457200" rtl="0" algn="l">
              <a:spcBef>
                <a:spcPts val="1000"/>
              </a:spcBef>
              <a:spcAft>
                <a:spcPts val="0"/>
              </a:spcAft>
              <a:buClr>
                <a:srgbClr val="0B2622"/>
              </a:buClr>
              <a:buSzPts val="2000"/>
              <a:buFont typeface="Proxima Nova Semibold"/>
              <a:buChar char="●"/>
            </a:pPr>
            <a:r>
              <a:rPr lang="en" sz="2000">
                <a:solidFill>
                  <a:srgbClr val="0B2622"/>
                </a:solidFill>
                <a:latin typeface="Proxima Nova Semibold"/>
                <a:ea typeface="Proxima Nova Semibold"/>
                <a:cs typeface="Proxima Nova Semibold"/>
                <a:sym typeface="Proxima Nova Semibold"/>
              </a:rPr>
              <a:t>Confirmation card before </a:t>
            </a:r>
            <a:br>
              <a:rPr lang="en" sz="2000">
                <a:solidFill>
                  <a:srgbClr val="0B2622"/>
                </a:solidFill>
                <a:latin typeface="Proxima Nova Semibold"/>
                <a:ea typeface="Proxima Nova Semibold"/>
                <a:cs typeface="Proxima Nova Semibold"/>
                <a:sym typeface="Proxima Nova Semibold"/>
              </a:rPr>
            </a:br>
            <a:r>
              <a:rPr lang="en" sz="2000">
                <a:solidFill>
                  <a:srgbClr val="0B2622"/>
                </a:solidFill>
                <a:latin typeface="Proxima Nova Semibold"/>
                <a:ea typeface="Proxima Nova Semibold"/>
                <a:cs typeface="Proxima Nova Semibold"/>
                <a:sym typeface="Proxima Nova Semibold"/>
              </a:rPr>
              <a:t>taking the action</a:t>
            </a:r>
            <a:endParaRPr sz="2000">
              <a:solidFill>
                <a:srgbClr val="0B2622"/>
              </a:solidFill>
              <a:latin typeface="Proxima Nova Semibold"/>
              <a:ea typeface="Proxima Nova Semibold"/>
              <a:cs typeface="Proxima Nova Semibold"/>
              <a:sym typeface="Proxima Nova Semibold"/>
            </a:endParaRPr>
          </a:p>
          <a:p>
            <a:pPr indent="-355600" lvl="0" marL="457200" rtl="0" algn="l">
              <a:spcBef>
                <a:spcPts val="1000"/>
              </a:spcBef>
              <a:spcAft>
                <a:spcPts val="1000"/>
              </a:spcAft>
              <a:buClr>
                <a:srgbClr val="0B2622"/>
              </a:buClr>
              <a:buSzPts val="2000"/>
              <a:buFont typeface="Proxima Nova"/>
              <a:buChar char="●"/>
            </a:pPr>
            <a:r>
              <a:rPr lang="en" sz="2000">
                <a:solidFill>
                  <a:srgbClr val="0B2622"/>
                </a:solidFill>
                <a:latin typeface="Proxima Nova Semibold"/>
                <a:ea typeface="Proxima Nova Semibold"/>
                <a:cs typeface="Proxima Nova Semibold"/>
                <a:sym typeface="Proxima Nova Semibold"/>
              </a:rPr>
              <a:t>Respects user permissions</a:t>
            </a:r>
            <a:r>
              <a:rPr lang="en" sz="2000">
                <a:solidFill>
                  <a:srgbClr val="0B2622"/>
                </a:solidFill>
                <a:latin typeface="Proxima Nova"/>
                <a:ea typeface="Proxima Nova"/>
                <a:cs typeface="Proxima Nova"/>
                <a:sym typeface="Proxima Nova"/>
              </a:rPr>
              <a:t> </a:t>
            </a:r>
            <a:endParaRPr sz="1800">
              <a:solidFill>
                <a:srgbClr val="0B2622"/>
              </a:solidFill>
              <a:latin typeface="Proxima Nova"/>
              <a:ea typeface="Proxima Nova"/>
              <a:cs typeface="Proxima Nova"/>
              <a:sym typeface="Proxima Nova"/>
            </a:endParaRPr>
          </a:p>
        </p:txBody>
      </p:sp>
      <p:pic>
        <p:nvPicPr>
          <p:cNvPr id="248" name="Google Shape;248;p52" title="Screenshot 2025-07-23 at 3.34.39 PM.png"/>
          <p:cNvPicPr preferRelativeResize="0"/>
          <p:nvPr/>
        </p:nvPicPr>
        <p:blipFill rotWithShape="1">
          <a:blip r:embed="rId4">
            <a:alphaModFix/>
          </a:blip>
          <a:srcRect b="0" l="-816" r="0" t="0"/>
          <a:stretch/>
        </p:blipFill>
        <p:spPr>
          <a:xfrm>
            <a:off x="4659025" y="1118350"/>
            <a:ext cx="2762400" cy="757500"/>
          </a:xfrm>
          <a:prstGeom prst="roundRect">
            <a:avLst>
              <a:gd fmla="val 5028" name="adj"/>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F2"/>
        </a:solidFill>
      </p:bgPr>
    </p:bg>
    <p:spTree>
      <p:nvGrpSpPr>
        <p:cNvPr id="252" name="Shape 252"/>
        <p:cNvGrpSpPr/>
        <p:nvPr/>
      </p:nvGrpSpPr>
      <p:grpSpPr>
        <a:xfrm>
          <a:off x="0" y="0"/>
          <a:ext cx="0" cy="0"/>
          <a:chOff x="0" y="0"/>
          <a:chExt cx="0" cy="0"/>
        </a:xfrm>
      </p:grpSpPr>
      <p:sp>
        <p:nvSpPr>
          <p:cNvPr id="253" name="Google Shape;253;p53"/>
          <p:cNvSpPr txBox="1"/>
          <p:nvPr>
            <p:ph type="title"/>
          </p:nvPr>
        </p:nvSpPr>
        <p:spPr>
          <a:xfrm>
            <a:off x="349125" y="428700"/>
            <a:ext cx="8468400" cy="80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600"/>
              <a:t>Benefits of Using Gus</a:t>
            </a:r>
            <a:endParaRPr b="0" sz="2600"/>
          </a:p>
        </p:txBody>
      </p:sp>
      <p:sp>
        <p:nvSpPr>
          <p:cNvPr id="254" name="Google Shape;254;p53"/>
          <p:cNvSpPr txBox="1"/>
          <p:nvPr>
            <p:ph idx="3" type="subTitle"/>
          </p:nvPr>
        </p:nvSpPr>
        <p:spPr>
          <a:xfrm>
            <a:off x="349125" y="1233075"/>
            <a:ext cx="8167800" cy="2118900"/>
          </a:xfrm>
          <a:prstGeom prst="rect">
            <a:avLst/>
          </a:prstGeom>
        </p:spPr>
        <p:txBody>
          <a:bodyPr anchorCtr="0" anchor="t" bIns="91425" lIns="91425" spcFirstLastPara="1" rIns="91425" wrap="square" tIns="91425">
            <a:noAutofit/>
          </a:bodyPr>
          <a:lstStyle/>
          <a:p>
            <a:pPr indent="-381000" lvl="0" marL="457200" rtl="0" algn="l">
              <a:lnSpc>
                <a:spcPct val="115000"/>
              </a:lnSpc>
              <a:spcBef>
                <a:spcPts val="1200"/>
              </a:spcBef>
              <a:spcAft>
                <a:spcPts val="0"/>
              </a:spcAft>
              <a:buSzPts val="2400"/>
              <a:buFont typeface="Proxima Nova Semibold"/>
              <a:buChar char="●"/>
            </a:pPr>
            <a:r>
              <a:rPr lang="en" sz="2400">
                <a:latin typeface="Proxima Nova Semibold"/>
                <a:ea typeface="Proxima Nova Semibold"/>
                <a:cs typeface="Proxima Nova Semibold"/>
                <a:sym typeface="Proxima Nova Semibold"/>
              </a:rPr>
              <a:t>Saves time for HR teams and business owners</a:t>
            </a:r>
            <a:endParaRPr sz="2400">
              <a:latin typeface="Proxima Nova Semibold"/>
              <a:ea typeface="Proxima Nova Semibold"/>
              <a:cs typeface="Proxima Nova Semibold"/>
              <a:sym typeface="Proxima Nova Semibold"/>
            </a:endParaRPr>
          </a:p>
          <a:p>
            <a:pPr indent="-381000" lvl="0" marL="457200" rtl="0" algn="l">
              <a:lnSpc>
                <a:spcPct val="115000"/>
              </a:lnSpc>
              <a:spcBef>
                <a:spcPts val="1200"/>
              </a:spcBef>
              <a:spcAft>
                <a:spcPts val="0"/>
              </a:spcAft>
              <a:buSzPts val="2400"/>
              <a:buFont typeface="Proxima Nova Semibold"/>
              <a:buChar char="●"/>
            </a:pPr>
            <a:r>
              <a:rPr lang="en" sz="2400">
                <a:latin typeface="Proxima Nova Semibold"/>
                <a:ea typeface="Proxima Nova Semibold"/>
                <a:cs typeface="Proxima Nova Semibold"/>
                <a:sym typeface="Proxima Nova Semibold"/>
              </a:rPr>
              <a:t>Increases employee satisfaction by providing quick answers</a:t>
            </a:r>
            <a:endParaRPr sz="2400">
              <a:latin typeface="Proxima Nova Semibold"/>
              <a:ea typeface="Proxima Nova Semibold"/>
              <a:cs typeface="Proxima Nova Semibold"/>
              <a:sym typeface="Proxima Nova Semibold"/>
            </a:endParaRPr>
          </a:p>
          <a:p>
            <a:pPr indent="-381000" lvl="0" marL="457200" rtl="0" algn="l">
              <a:lnSpc>
                <a:spcPct val="115000"/>
              </a:lnSpc>
              <a:spcBef>
                <a:spcPts val="1200"/>
              </a:spcBef>
              <a:spcAft>
                <a:spcPts val="0"/>
              </a:spcAft>
              <a:buSzPts val="2400"/>
              <a:buFont typeface="Proxima Nova Semibold"/>
              <a:buChar char="●"/>
            </a:pPr>
            <a:r>
              <a:rPr lang="en" sz="2400">
                <a:latin typeface="Proxima Nova Semibold"/>
                <a:ea typeface="Proxima Nova Semibold"/>
                <a:cs typeface="Proxima Nova Semibold"/>
                <a:sym typeface="Proxima Nova Semibold"/>
              </a:rPr>
              <a:t>Reduces errors and improves compliance</a:t>
            </a:r>
            <a:endParaRPr sz="2400">
              <a:latin typeface="Proxima Nova Semibold"/>
              <a:ea typeface="Proxima Nova Semibold"/>
              <a:cs typeface="Proxima Nova Semibold"/>
              <a:sym typeface="Proxima Nova Semibold"/>
            </a:endParaRPr>
          </a:p>
          <a:p>
            <a:pPr indent="-381000" lvl="0" marL="457200" rtl="0" algn="l">
              <a:lnSpc>
                <a:spcPct val="115000"/>
              </a:lnSpc>
              <a:spcBef>
                <a:spcPts val="1200"/>
              </a:spcBef>
              <a:spcAft>
                <a:spcPts val="1000"/>
              </a:spcAft>
              <a:buSzPts val="2400"/>
              <a:buFont typeface="Proxima Nova Semibold"/>
              <a:buChar char="●"/>
            </a:pPr>
            <a:r>
              <a:rPr lang="en" sz="2400">
                <a:latin typeface="Proxima Nova Semibold"/>
                <a:ea typeface="Proxima Nova Semibold"/>
                <a:cs typeface="Proxima Nova Semibold"/>
                <a:sym typeface="Proxima Nova Semibold"/>
              </a:rPr>
              <a:t>Scales support without increasing headcount</a:t>
            </a:r>
            <a:br>
              <a:rPr lang="en" sz="2400"/>
            </a:br>
            <a:endParaRPr sz="24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4F2"/>
        </a:solidFill>
      </p:bgPr>
    </p:bg>
    <p:spTree>
      <p:nvGrpSpPr>
        <p:cNvPr id="258" name="Shape 258"/>
        <p:cNvGrpSpPr/>
        <p:nvPr/>
      </p:nvGrpSpPr>
      <p:grpSpPr>
        <a:xfrm>
          <a:off x="0" y="0"/>
          <a:ext cx="0" cy="0"/>
          <a:chOff x="0" y="0"/>
          <a:chExt cx="0" cy="0"/>
        </a:xfrm>
      </p:grpSpPr>
      <p:sp>
        <p:nvSpPr>
          <p:cNvPr id="259" name="Google Shape;259;p54"/>
          <p:cNvSpPr txBox="1"/>
          <p:nvPr>
            <p:ph type="title"/>
          </p:nvPr>
        </p:nvSpPr>
        <p:spPr>
          <a:xfrm>
            <a:off x="349125" y="428700"/>
            <a:ext cx="8468400" cy="80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600"/>
              <a:t>Looking Ahead</a:t>
            </a:r>
            <a:endParaRPr b="0" sz="2600"/>
          </a:p>
        </p:txBody>
      </p:sp>
      <p:sp>
        <p:nvSpPr>
          <p:cNvPr id="260" name="Google Shape;260;p54"/>
          <p:cNvSpPr txBox="1"/>
          <p:nvPr>
            <p:ph idx="3" type="subTitle"/>
          </p:nvPr>
        </p:nvSpPr>
        <p:spPr>
          <a:xfrm>
            <a:off x="349125" y="1233075"/>
            <a:ext cx="8167800" cy="2118900"/>
          </a:xfrm>
          <a:prstGeom prst="rect">
            <a:avLst/>
          </a:prstGeom>
        </p:spPr>
        <p:txBody>
          <a:bodyPr anchorCtr="0" anchor="t" bIns="91425" lIns="91425" spcFirstLastPara="1" rIns="91425" wrap="square" tIns="91425">
            <a:noAutofit/>
          </a:bodyPr>
          <a:lstStyle/>
          <a:p>
            <a:pPr indent="-381000" lvl="0" marL="457200" rtl="0" algn="l">
              <a:lnSpc>
                <a:spcPct val="115000"/>
              </a:lnSpc>
              <a:spcBef>
                <a:spcPts val="1200"/>
              </a:spcBef>
              <a:spcAft>
                <a:spcPts val="0"/>
              </a:spcAft>
              <a:buSzPts val="2400"/>
              <a:buFont typeface="Proxima Nova Semibold"/>
              <a:buChar char="●"/>
            </a:pPr>
            <a:r>
              <a:rPr lang="en" sz="2400">
                <a:latin typeface="Proxima Nova Semibold"/>
                <a:ea typeface="Proxima Nova Semibold"/>
                <a:cs typeface="Proxima Nova Semibold"/>
                <a:sym typeface="Proxima Nova Semibold"/>
              </a:rPr>
              <a:t>Continuous improvements to Gus powered by AI advancements</a:t>
            </a:r>
            <a:endParaRPr sz="2400">
              <a:latin typeface="Proxima Nova Semibold"/>
              <a:ea typeface="Proxima Nova Semibold"/>
              <a:cs typeface="Proxima Nova Semibold"/>
              <a:sym typeface="Proxima Nova Semibold"/>
            </a:endParaRPr>
          </a:p>
          <a:p>
            <a:pPr indent="-381000" lvl="0" marL="457200" rtl="0" algn="l">
              <a:lnSpc>
                <a:spcPct val="115000"/>
              </a:lnSpc>
              <a:spcBef>
                <a:spcPts val="1200"/>
              </a:spcBef>
              <a:spcAft>
                <a:spcPts val="0"/>
              </a:spcAft>
              <a:buSzPts val="2400"/>
              <a:buFont typeface="Proxima Nova Semibold"/>
              <a:buChar char="●"/>
            </a:pPr>
            <a:r>
              <a:rPr lang="en" sz="2400">
                <a:latin typeface="Proxima Nova Semibold"/>
                <a:ea typeface="Proxima Nova Semibold"/>
                <a:cs typeface="Proxima Nova Semibold"/>
                <a:sym typeface="Proxima Nova Semibold"/>
              </a:rPr>
              <a:t>Expanding capabilities to cover more tasks and workflows</a:t>
            </a:r>
            <a:endParaRPr sz="2400">
              <a:latin typeface="Proxima Nova Semibold"/>
              <a:ea typeface="Proxima Nova Semibold"/>
              <a:cs typeface="Proxima Nova Semibold"/>
              <a:sym typeface="Proxima Nova Semibold"/>
            </a:endParaRPr>
          </a:p>
          <a:p>
            <a:pPr indent="-381000" lvl="0" marL="457200" rtl="0" algn="l">
              <a:lnSpc>
                <a:spcPct val="115000"/>
              </a:lnSpc>
              <a:spcBef>
                <a:spcPts val="1200"/>
              </a:spcBef>
              <a:spcAft>
                <a:spcPts val="1000"/>
              </a:spcAft>
              <a:buSzPts val="2400"/>
              <a:buFont typeface="Proxima Nova Semibold"/>
              <a:buChar char="●"/>
            </a:pPr>
            <a:r>
              <a:rPr lang="en" sz="2400">
                <a:latin typeface="Proxima Nova Semibold"/>
                <a:ea typeface="Proxima Nova Semibold"/>
                <a:cs typeface="Proxima Nova Semibold"/>
                <a:sym typeface="Proxima Nova Semibold"/>
              </a:rPr>
              <a:t>Helping even more small businesses succeed</a:t>
            </a:r>
            <a:br>
              <a:rPr lang="en" sz="2400"/>
            </a:br>
            <a:endParaRPr sz="24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5D48"/>
        </a:solidFill>
      </p:bgPr>
    </p:bg>
    <p:spTree>
      <p:nvGrpSpPr>
        <p:cNvPr id="264" name="Shape 264"/>
        <p:cNvGrpSpPr/>
        <p:nvPr/>
      </p:nvGrpSpPr>
      <p:grpSpPr>
        <a:xfrm>
          <a:off x="0" y="0"/>
          <a:ext cx="0" cy="0"/>
          <a:chOff x="0" y="0"/>
          <a:chExt cx="0" cy="0"/>
        </a:xfrm>
      </p:grpSpPr>
      <p:grpSp>
        <p:nvGrpSpPr>
          <p:cNvPr id="265" name="Google Shape;265;p55"/>
          <p:cNvGrpSpPr/>
          <p:nvPr/>
        </p:nvGrpSpPr>
        <p:grpSpPr>
          <a:xfrm>
            <a:off x="3211173" y="1907942"/>
            <a:ext cx="2637329" cy="1327604"/>
            <a:chOff x="3211173" y="1907942"/>
            <a:chExt cx="2637329" cy="1327604"/>
          </a:xfrm>
        </p:grpSpPr>
        <p:sp>
          <p:nvSpPr>
            <p:cNvPr id="266" name="Google Shape;266;p55"/>
            <p:cNvSpPr/>
            <p:nvPr/>
          </p:nvSpPr>
          <p:spPr>
            <a:xfrm>
              <a:off x="3876425" y="2765487"/>
              <a:ext cx="1208400" cy="469200"/>
            </a:xfrm>
            <a:prstGeom prst="roundRect">
              <a:avLst>
                <a:gd fmla="val 50000" name="adj"/>
              </a:avLst>
            </a:prstGeom>
            <a:noFill/>
            <a:ln cap="flat" cmpd="sng" w="38100">
              <a:solidFill>
                <a:srgbClr val="FDF8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0B2622"/>
                  </a:solidFill>
                  <a:latin typeface="Proxima Nova Semibold"/>
                  <a:ea typeface="Proxima Nova Semibold"/>
                  <a:cs typeface="Proxima Nova Semibold"/>
                  <a:sym typeface="Proxima Nova Semibold"/>
                </a:rPr>
                <a:t>YOU!</a:t>
              </a:r>
              <a:endParaRPr sz="2400">
                <a:solidFill>
                  <a:srgbClr val="0B2622"/>
                </a:solidFill>
                <a:latin typeface="Proxima Nova Semibold"/>
                <a:ea typeface="Proxima Nova Semibold"/>
                <a:cs typeface="Proxima Nova Semibold"/>
                <a:sym typeface="Proxima Nova Semibold"/>
              </a:endParaRPr>
            </a:p>
          </p:txBody>
        </p:sp>
        <p:pic>
          <p:nvPicPr>
            <p:cNvPr id="267" name="Google Shape;267;p55"/>
            <p:cNvPicPr preferRelativeResize="0"/>
            <p:nvPr/>
          </p:nvPicPr>
          <p:blipFill rotWithShape="1">
            <a:blip r:embed="rId3">
              <a:alphaModFix/>
            </a:blip>
            <a:srcRect b="46004" l="0" r="32755" t="0"/>
            <a:stretch/>
          </p:blipFill>
          <p:spPr>
            <a:xfrm rot="62420">
              <a:off x="5089348" y="1917004"/>
              <a:ext cx="436372" cy="368572"/>
            </a:xfrm>
            <a:prstGeom prst="rect">
              <a:avLst/>
            </a:prstGeom>
            <a:noFill/>
            <a:ln>
              <a:noFill/>
            </a:ln>
          </p:spPr>
        </p:pic>
        <p:pic>
          <p:nvPicPr>
            <p:cNvPr id="268" name="Google Shape;268;p55"/>
            <p:cNvPicPr preferRelativeResize="0"/>
            <p:nvPr/>
          </p:nvPicPr>
          <p:blipFill rotWithShape="1">
            <a:blip r:embed="rId3">
              <a:alphaModFix/>
            </a:blip>
            <a:srcRect b="0" l="73597" r="0" t="40744"/>
            <a:stretch/>
          </p:blipFill>
          <p:spPr>
            <a:xfrm>
              <a:off x="5507100" y="2130876"/>
              <a:ext cx="199123" cy="470088"/>
            </a:xfrm>
            <a:prstGeom prst="rect">
              <a:avLst/>
            </a:prstGeom>
            <a:noFill/>
            <a:ln>
              <a:noFill/>
            </a:ln>
          </p:spPr>
        </p:pic>
        <p:pic>
          <p:nvPicPr>
            <p:cNvPr id="269" name="Google Shape;269;p55"/>
            <p:cNvPicPr preferRelativeResize="0"/>
            <p:nvPr/>
          </p:nvPicPr>
          <p:blipFill rotWithShape="1">
            <a:blip r:embed="rId3">
              <a:alphaModFix/>
            </a:blip>
            <a:srcRect b="-3114" l="-12996" r="76488" t="65682"/>
            <a:stretch/>
          </p:blipFill>
          <p:spPr>
            <a:xfrm>
              <a:off x="3282127" y="2922179"/>
              <a:ext cx="290582" cy="313367"/>
            </a:xfrm>
            <a:prstGeom prst="rect">
              <a:avLst/>
            </a:prstGeom>
            <a:noFill/>
            <a:ln>
              <a:noFill/>
            </a:ln>
          </p:spPr>
        </p:pic>
        <p:sp>
          <p:nvSpPr>
            <p:cNvPr id="270" name="Google Shape;270;p55"/>
            <p:cNvSpPr/>
            <p:nvPr/>
          </p:nvSpPr>
          <p:spPr>
            <a:xfrm rot="1854587">
              <a:off x="4161825" y="2313135"/>
              <a:ext cx="1693052" cy="466714"/>
            </a:xfrm>
            <a:prstGeom prst="roundRect">
              <a:avLst>
                <a:gd fmla="val 50000" name="adj"/>
              </a:avLst>
            </a:prstGeom>
            <a:noFill/>
            <a:ln cap="flat" cmpd="sng" w="38100">
              <a:solidFill>
                <a:srgbClr val="FDF8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rgbClr val="0B2622"/>
                  </a:solidFill>
                  <a:latin typeface="Proxima Nova Semibold"/>
                  <a:ea typeface="Proxima Nova Semibold"/>
                  <a:cs typeface="Proxima Nova Semibold"/>
                  <a:sym typeface="Proxima Nova Semibold"/>
                </a:rPr>
                <a:t>THANK</a:t>
              </a:r>
              <a:endParaRPr sz="2400">
                <a:solidFill>
                  <a:srgbClr val="0B2622"/>
                </a:solidFill>
                <a:latin typeface="Proxima Nova Semibold"/>
                <a:ea typeface="Proxima Nova Semibold"/>
                <a:cs typeface="Proxima Nova Semibold"/>
                <a:sym typeface="Proxima Nova Semibold"/>
              </a:endParaRPr>
            </a:p>
          </p:txBody>
        </p:sp>
        <p:pic>
          <p:nvPicPr>
            <p:cNvPr id="271" name="Google Shape;271;p55"/>
            <p:cNvPicPr preferRelativeResize="0"/>
            <p:nvPr/>
          </p:nvPicPr>
          <p:blipFill>
            <a:blip r:embed="rId4">
              <a:alphaModFix/>
            </a:blip>
            <a:stretch>
              <a:fillRect/>
            </a:stretch>
          </p:blipFill>
          <p:spPr>
            <a:xfrm rot="720009">
              <a:off x="3295513" y="2149482"/>
              <a:ext cx="946236" cy="910775"/>
            </a:xfrm>
            <a:prstGeom prst="rect">
              <a:avLst/>
            </a:prstGeom>
            <a:noFill/>
            <a:ln>
              <a:noFill/>
            </a:ln>
          </p:spPr>
        </p:pic>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Gusto Slide Template">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Gusto Slide Template">
  <a:themeElements>
    <a:clrScheme name="Simple Light">
      <a:dk1>
        <a:srgbClr val="222525"/>
      </a:dk1>
      <a:lt1>
        <a:srgbClr val="FFFFFF"/>
      </a:lt1>
      <a:dk2>
        <a:srgbClr val="595959"/>
      </a:dk2>
      <a:lt2>
        <a:srgbClr val="EEEEEE"/>
      </a:lt2>
      <a:accent1>
        <a:srgbClr val="F45D48"/>
      </a:accent1>
      <a:accent2>
        <a:srgbClr val="088081"/>
      </a:accent2>
      <a:accent3>
        <a:srgbClr val="FEEEE7"/>
      </a:accent3>
      <a:accent4>
        <a:srgbClr val="F7F4F2"/>
      </a:accent4>
      <a:accent5>
        <a:srgbClr val="FFF4E0"/>
      </a:accent5>
      <a:accent6>
        <a:srgbClr val="797979"/>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